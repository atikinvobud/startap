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Raleway ExtraBold"/>
      <p:bold r:id="rId22"/>
      <p:boldItalic r:id="rId23"/>
    </p:embeddedFont>
    <p:embeddedFont>
      <p:font typeface="Arimo"/>
      <p:regular r:id="rId24"/>
      <p:bold r:id="rId25"/>
      <p:italic r:id="rId26"/>
      <p:boldItalic r:id="rId27"/>
    </p:embeddedFont>
    <p:embeddedFont>
      <p:font typeface="Poppins"/>
      <p:regular r:id="rId28"/>
      <p:bold r:id="rId29"/>
      <p:italic r:id="rId30"/>
      <p:boldItalic r:id="rId31"/>
    </p:embeddedFont>
    <p:embeddedFont>
      <p:font typeface="Inter"/>
      <p:regular r:id="rId32"/>
      <p:bold r:id="rId33"/>
      <p:italic r:id="rId34"/>
      <p:boldItalic r:id="rId35"/>
    </p:embeddedFont>
    <p:embeddedFont>
      <p:font typeface="Poppins ExtraBold"/>
      <p:bold r:id="rId36"/>
      <p:boldItalic r:id="rId37"/>
    </p:embeddedFont>
    <p:embeddedFont>
      <p:font typeface="Open Sa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6B2FA55-E6E0-4A2E-8155-517207B7D831}">
  <a:tblStyle styleId="{76B2FA55-E6E0-4A2E-8155-517207B7D83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italic.fntdata"/><Relationship Id="rId20" Type="http://schemas.openxmlformats.org/officeDocument/2006/relationships/font" Target="fonts/Raleway-italic.fntdata"/><Relationship Id="rId41" Type="http://schemas.openxmlformats.org/officeDocument/2006/relationships/font" Target="fonts/OpenSans-boldItalic.fntdata"/><Relationship Id="rId22" Type="http://schemas.openxmlformats.org/officeDocument/2006/relationships/font" Target="fonts/RalewayExtraBold-bold.fntdata"/><Relationship Id="rId21" Type="http://schemas.openxmlformats.org/officeDocument/2006/relationships/font" Target="fonts/Raleway-boldItalic.fntdata"/><Relationship Id="rId24" Type="http://schemas.openxmlformats.org/officeDocument/2006/relationships/font" Target="fonts/Arimo-regular.fntdata"/><Relationship Id="rId23" Type="http://schemas.openxmlformats.org/officeDocument/2006/relationships/font" Target="fonts/RalewayExtraBold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rimo-italic.fntdata"/><Relationship Id="rId25" Type="http://schemas.openxmlformats.org/officeDocument/2006/relationships/font" Target="fonts/Arimo-bold.fntdata"/><Relationship Id="rId28" Type="http://schemas.openxmlformats.org/officeDocument/2006/relationships/font" Target="fonts/Poppins-regular.fntdata"/><Relationship Id="rId27" Type="http://schemas.openxmlformats.org/officeDocument/2006/relationships/font" Target="fonts/Arim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boldItalic.fntdata"/><Relationship Id="rId30" Type="http://schemas.openxmlformats.org/officeDocument/2006/relationships/font" Target="fonts/Poppins-italic.fntdata"/><Relationship Id="rId11" Type="http://schemas.openxmlformats.org/officeDocument/2006/relationships/slide" Target="slides/slide6.xml"/><Relationship Id="rId33" Type="http://schemas.openxmlformats.org/officeDocument/2006/relationships/font" Target="fonts/Inter-bold.fntdata"/><Relationship Id="rId10" Type="http://schemas.openxmlformats.org/officeDocument/2006/relationships/slide" Target="slides/slide5.xml"/><Relationship Id="rId32" Type="http://schemas.openxmlformats.org/officeDocument/2006/relationships/font" Target="fonts/Inter-regular.fntdata"/><Relationship Id="rId13" Type="http://schemas.openxmlformats.org/officeDocument/2006/relationships/slide" Target="slides/slide8.xml"/><Relationship Id="rId35" Type="http://schemas.openxmlformats.org/officeDocument/2006/relationships/font" Target="fonts/Inter-boldItalic.fntdata"/><Relationship Id="rId12" Type="http://schemas.openxmlformats.org/officeDocument/2006/relationships/slide" Target="slides/slide7.xml"/><Relationship Id="rId34" Type="http://schemas.openxmlformats.org/officeDocument/2006/relationships/font" Target="fonts/Inter-italic.fntdata"/><Relationship Id="rId15" Type="http://schemas.openxmlformats.org/officeDocument/2006/relationships/slide" Target="slides/slide10.xml"/><Relationship Id="rId37" Type="http://schemas.openxmlformats.org/officeDocument/2006/relationships/font" Target="fonts/PoppinsExtraBold-boldItalic.fntdata"/><Relationship Id="rId14" Type="http://schemas.openxmlformats.org/officeDocument/2006/relationships/slide" Target="slides/slide9.xml"/><Relationship Id="rId36" Type="http://schemas.openxmlformats.org/officeDocument/2006/relationships/font" Target="fonts/PoppinsExtraBold-bold.fntdata"/><Relationship Id="rId17" Type="http://schemas.openxmlformats.org/officeDocument/2006/relationships/slide" Target="slides/slide12.xml"/><Relationship Id="rId39" Type="http://schemas.openxmlformats.org/officeDocument/2006/relationships/font" Target="fonts/OpenSans-bold.fntdata"/><Relationship Id="rId16" Type="http://schemas.openxmlformats.org/officeDocument/2006/relationships/slide" Target="slides/slide11.xml"/><Relationship Id="rId38" Type="http://schemas.openxmlformats.org/officeDocument/2006/relationships/font" Target="fonts/OpenSans-regular.fntdata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1" name="Shape 2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Google Shape;2042;g3146cb5cc3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3" name="Google Shape;2043;g3146cb5cc3e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2" name="Shape 2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" name="Google Shape;2063;g3d81c4597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4" name="Google Shape;2064;g3d81c4597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2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g3d81c4597d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4" name="Google Shape;2074;g3d81c4597d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7" name="Shape 2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" name="Google Shape;2088;g3d81c4597d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9" name="Google Shape;2089;g3d81c4597d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4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Google Shape;2095;g3d81c4597d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6" name="Google Shape;2096;g3d81c4597d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5" name="Shape 2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" name="Google Shape;2106;g3d81c4597d3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7" name="Google Shape;2107;g3d81c4597d3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8" name="Shape 2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" name="Google Shape;2119;g3d81c4597d3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0" name="Google Shape;2120;g3d81c4597d3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0" name="Shape 2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" name="Google Shape;2141;g3d81c4597d3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2" name="Google Shape;2142;g3d81c4597d3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7" name="Shape 2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8" name="Google Shape;2158;g3146cb5cc3e_0_28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9" name="Google Shape;2159;g3146cb5cc3e_0_28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6" name="Shape 2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7" name="Google Shape;2167;g3d81c4597d3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8" name="Google Shape;2168;g3d81c4597d3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9" name="Shape 2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0" name="Google Shape;2190;g3d81c4597d3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1" name="Google Shape;2191;g3d81c4597d3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9" name="Shape 2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Google Shape;2210;g3146cb5cc3e_0_9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1" name="Google Shape;2211;g3146cb5cc3e_0_93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169225" y="560775"/>
            <a:ext cx="6805500" cy="229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677750" y="3231851"/>
            <a:ext cx="5788500" cy="669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-450421" y="-383841"/>
            <a:ext cx="1507871" cy="1510263"/>
            <a:chOff x="39184" y="-151930"/>
            <a:chExt cx="1309825" cy="1311903"/>
          </a:xfrm>
        </p:grpSpPr>
        <p:sp>
          <p:nvSpPr>
            <p:cNvPr id="12" name="Google Shape;12;p2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231442" y="614221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160075" y="68558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088707" y="756956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019439" y="828324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76704" y="96896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05336" y="104032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33969" y="111169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174769" y="557547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48662" y="983653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77294" y="1052922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187363" y="427407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1115995" y="49877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901893" y="71077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2623" y="782145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761256" y="85351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689888" y="92488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1128589" y="370732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057221" y="44000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985854" y="51136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916585" y="58273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702483" y="796839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631115" y="86610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59747" y="93747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1000547" y="38332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857812" y="523963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786444" y="59533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574441" y="8094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503073" y="880800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013141" y="25318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799039" y="46728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658403" y="60792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587035" y="67929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885100" y="267879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813732" y="337148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742364" y="408515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670997" y="47988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599629" y="5512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528262" y="622618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754959" y="280473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683591" y="35184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42955" y="492477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400220" y="63521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328852" y="7065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767553" y="1503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696185" y="22170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626917" y="293068"/>
              <a:ext cx="461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55549" y="36443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484182" y="435803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412814" y="507170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341447" y="576439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270079" y="64780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782246" y="22291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496776" y="30566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425408" y="37703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356140" y="448397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213405" y="591132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723473" y="-3648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652105" y="3488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440102" y="248988"/>
              <a:ext cx="461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368734" y="31825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297367" y="38962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225999" y="46099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54631" y="532359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593332" y="-2388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524064" y="47479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452696" y="1188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381328" y="19021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167226" y="404317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97957" y="47358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608025" y="-15193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36658" y="-80562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465290" y="-919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322555" y="13144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10552" y="34554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39184" y="41691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" name="Google Shape;129;p2"/>
          <p:cNvGrpSpPr/>
          <p:nvPr/>
        </p:nvGrpSpPr>
        <p:grpSpPr>
          <a:xfrm flipH="1">
            <a:off x="8057468" y="4108382"/>
            <a:ext cx="1507871" cy="1510263"/>
            <a:chOff x="39184" y="-151930"/>
            <a:chExt cx="1309825" cy="1311903"/>
          </a:xfrm>
        </p:grpSpPr>
        <p:sp>
          <p:nvSpPr>
            <p:cNvPr id="130" name="Google Shape;130;p2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1231442" y="614221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1160075" y="68558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1088707" y="756956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1019439" y="828324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876704" y="96896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805336" y="104032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733969" y="111169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1174769" y="557547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748662" y="983653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677294" y="1052922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1187363" y="427407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1115995" y="49877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901893" y="71077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832623" y="782145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761256" y="85351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689888" y="92488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1128589" y="370732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1057221" y="44000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985854" y="51136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916585" y="58273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702483" y="796839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631115" y="86610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559747" y="93747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1000547" y="38332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857812" y="523963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786444" y="59533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574441" y="8094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503073" y="880800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1013141" y="25318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799039" y="46728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658403" y="60792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587035" y="67929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885100" y="267879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813732" y="337148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742364" y="408515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670997" y="47988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599629" y="5512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528262" y="622618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754959" y="280473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683591" y="35184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542955" y="492477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400220" y="63521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328852" y="7065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767553" y="1503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696185" y="22170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626917" y="293068"/>
              <a:ext cx="461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555549" y="36443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484182" y="435803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412814" y="507170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341447" y="576439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270079" y="64780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782246" y="22291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496776" y="30566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425408" y="37703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356140" y="448397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213405" y="591132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723473" y="-3648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652105" y="3488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440102" y="248988"/>
              <a:ext cx="461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368734" y="31825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297367" y="38962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225999" y="46099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154631" y="532359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593332" y="-2388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524064" y="47479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452696" y="1188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381328" y="19021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167226" y="404317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97957" y="47358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608025" y="-15193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536658" y="-80562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465290" y="-919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322555" y="13144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110552" y="34554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39184" y="41691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"/>
          <p:cNvSpPr/>
          <p:nvPr/>
        </p:nvSpPr>
        <p:spPr>
          <a:xfrm>
            <a:off x="723900" y="862425"/>
            <a:ext cx="1257300" cy="968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49" name="Google Shape;249;p3"/>
          <p:cNvSpPr txBox="1"/>
          <p:nvPr>
            <p:ph type="title"/>
          </p:nvPr>
        </p:nvSpPr>
        <p:spPr>
          <a:xfrm>
            <a:off x="629525" y="1989775"/>
            <a:ext cx="7463100" cy="1224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0" name="Google Shape;250;p3"/>
          <p:cNvSpPr txBox="1"/>
          <p:nvPr>
            <p:ph hasCustomPrompt="1" idx="2" type="title"/>
          </p:nvPr>
        </p:nvSpPr>
        <p:spPr>
          <a:xfrm>
            <a:off x="723900" y="862425"/>
            <a:ext cx="1257300" cy="968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51" name="Google Shape;251;p3"/>
          <p:cNvSpPr txBox="1"/>
          <p:nvPr>
            <p:ph idx="1" type="subTitle"/>
          </p:nvPr>
        </p:nvSpPr>
        <p:spPr>
          <a:xfrm>
            <a:off x="629525" y="3141225"/>
            <a:ext cx="7463100" cy="4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252" name="Google Shape;252;p3"/>
          <p:cNvGrpSpPr/>
          <p:nvPr/>
        </p:nvGrpSpPr>
        <p:grpSpPr>
          <a:xfrm>
            <a:off x="-36383" y="-155066"/>
            <a:ext cx="9557011" cy="5716646"/>
            <a:chOff x="-36383" y="-155066"/>
            <a:chExt cx="9557011" cy="5716646"/>
          </a:xfrm>
        </p:grpSpPr>
        <p:grpSp>
          <p:nvGrpSpPr>
            <p:cNvPr id="253" name="Google Shape;253;p3"/>
            <p:cNvGrpSpPr/>
            <p:nvPr/>
          </p:nvGrpSpPr>
          <p:grpSpPr>
            <a:xfrm rot="10800000">
              <a:off x="7204195" y="-155066"/>
              <a:ext cx="2187094" cy="2789634"/>
              <a:chOff x="3700202" y="2700338"/>
              <a:chExt cx="1654132" cy="2109842"/>
            </a:xfrm>
          </p:grpSpPr>
          <p:sp>
            <p:nvSpPr>
              <p:cNvPr id="254" name="Google Shape;254;p3"/>
              <p:cNvSpPr/>
              <p:nvPr/>
            </p:nvSpPr>
            <p:spPr>
              <a:xfrm>
                <a:off x="3700202" y="2700338"/>
                <a:ext cx="1654132" cy="2109842"/>
              </a:xfrm>
              <a:custGeom>
                <a:rect b="b" l="l" r="r" t="t"/>
                <a:pathLst>
                  <a:path extrusionOk="0" h="63780" w="50004">
                    <a:moveTo>
                      <a:pt x="50004" y="50004"/>
                    </a:moveTo>
                    <a:lnTo>
                      <a:pt x="0" y="0"/>
                    </a:lnTo>
                    <a:lnTo>
                      <a:pt x="79" y="29993"/>
                    </a:lnTo>
                    <a:lnTo>
                      <a:pt x="33867" y="63780"/>
                    </a:lnTo>
                    <a:lnTo>
                      <a:pt x="50001" y="63703"/>
                    </a:lnTo>
                    <a:lnTo>
                      <a:pt x="50004" y="50004"/>
                    </a:ln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3"/>
              <p:cNvSpPr/>
              <p:nvPr/>
            </p:nvSpPr>
            <p:spPr>
              <a:xfrm>
                <a:off x="3703377" y="3690938"/>
                <a:ext cx="1117623" cy="1117589"/>
              </a:xfrm>
              <a:custGeom>
                <a:rect b="b" l="l" r="r" t="t"/>
                <a:pathLst>
                  <a:path extrusionOk="0" h="33787" w="33788">
                    <a:moveTo>
                      <a:pt x="0" y="0"/>
                    </a:moveTo>
                    <a:lnTo>
                      <a:pt x="33788" y="33787"/>
                    </a:lnTo>
                    <a:lnTo>
                      <a:pt x="36" y="337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6A7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3"/>
              <p:cNvSpPr/>
              <p:nvPr/>
            </p:nvSpPr>
            <p:spPr>
              <a:xfrm>
                <a:off x="4057390" y="3656013"/>
                <a:ext cx="935041" cy="652454"/>
              </a:xfrm>
              <a:custGeom>
                <a:rect b="b" l="l" r="r" t="t"/>
                <a:pathLst>
                  <a:path extrusionOk="0" h="19728" w="28281">
                    <a:moveTo>
                      <a:pt x="0" y="5276"/>
                    </a:moveTo>
                    <a:lnTo>
                      <a:pt x="0" y="5276"/>
                    </a:lnTo>
                    <a:cubicBezTo>
                      <a:pt x="5276" y="0"/>
                      <a:pt x="13829" y="0"/>
                      <a:pt x="19104" y="5276"/>
                    </a:cubicBezTo>
                    <a:lnTo>
                      <a:pt x="28281" y="14453"/>
                    </a:lnTo>
                    <a:lnTo>
                      <a:pt x="28281" y="14453"/>
                    </a:lnTo>
                    <a:cubicBezTo>
                      <a:pt x="23006" y="19728"/>
                      <a:pt x="14453" y="19728"/>
                      <a:pt x="9177" y="14453"/>
                    </a:cubicBezTo>
                    <a:lnTo>
                      <a:pt x="0" y="5276"/>
                    </a:ln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3"/>
              <p:cNvSpPr/>
              <p:nvPr/>
            </p:nvSpPr>
            <p:spPr>
              <a:xfrm>
                <a:off x="3746240" y="3967163"/>
                <a:ext cx="935041" cy="652471"/>
              </a:xfrm>
              <a:custGeom>
                <a:rect b="b" l="l" r="r" t="t"/>
                <a:pathLst>
                  <a:path extrusionOk="0" h="19727" w="28281">
                    <a:moveTo>
                      <a:pt x="0" y="5275"/>
                    </a:moveTo>
                    <a:lnTo>
                      <a:pt x="0" y="5275"/>
                    </a:lnTo>
                    <a:cubicBezTo>
                      <a:pt x="5275" y="0"/>
                      <a:pt x="13828" y="0"/>
                      <a:pt x="19104" y="5275"/>
                    </a:cubicBezTo>
                    <a:lnTo>
                      <a:pt x="28281" y="14452"/>
                    </a:lnTo>
                    <a:lnTo>
                      <a:pt x="28281" y="14452"/>
                    </a:lnTo>
                    <a:cubicBezTo>
                      <a:pt x="23005" y="19727"/>
                      <a:pt x="14452" y="19727"/>
                      <a:pt x="9177" y="14452"/>
                    </a:cubicBezTo>
                    <a:lnTo>
                      <a:pt x="0" y="5275"/>
                    </a:lnTo>
                    <a:close/>
                  </a:path>
                </a:pathLst>
              </a:custGeom>
              <a:solidFill>
                <a:srgbClr val="F0EBE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3"/>
              <p:cNvSpPr/>
              <p:nvPr/>
            </p:nvSpPr>
            <p:spPr>
              <a:xfrm>
                <a:off x="4128827" y="3976688"/>
                <a:ext cx="401633" cy="401633"/>
              </a:xfrm>
              <a:custGeom>
                <a:rect b="b" l="l" r="r" t="t"/>
                <a:pathLst>
                  <a:path extrusionOk="0" h="12133" w="12133">
                    <a:moveTo>
                      <a:pt x="2647" y="9486"/>
                    </a:moveTo>
                    <a:cubicBezTo>
                      <a:pt x="5261" y="12100"/>
                      <a:pt x="9471" y="12133"/>
                      <a:pt x="12133" y="9597"/>
                    </a:cubicBezTo>
                    <a:lnTo>
                      <a:pt x="2536" y="0"/>
                    </a:lnTo>
                    <a:cubicBezTo>
                      <a:pt x="0" y="2662"/>
                      <a:pt x="33" y="6872"/>
                      <a:pt x="2647" y="9486"/>
                    </a:cubicBez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3"/>
              <p:cNvSpPr/>
              <p:nvPr/>
            </p:nvSpPr>
            <p:spPr>
              <a:xfrm>
                <a:off x="4211377" y="3895725"/>
                <a:ext cx="401633" cy="401633"/>
              </a:xfrm>
              <a:custGeom>
                <a:rect b="b" l="l" r="r" t="t"/>
                <a:pathLst>
                  <a:path extrusionOk="0" h="12133" w="12133">
                    <a:moveTo>
                      <a:pt x="9486" y="2647"/>
                    </a:moveTo>
                    <a:cubicBezTo>
                      <a:pt x="6872" y="33"/>
                      <a:pt x="2662" y="0"/>
                      <a:pt x="0" y="2536"/>
                    </a:cubicBezTo>
                    <a:lnTo>
                      <a:pt x="9597" y="12133"/>
                    </a:lnTo>
                    <a:cubicBezTo>
                      <a:pt x="12133" y="9471"/>
                      <a:pt x="12100" y="5261"/>
                      <a:pt x="9486" y="2647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0" name="Google Shape;260;p3"/>
            <p:cNvSpPr/>
            <p:nvPr/>
          </p:nvSpPr>
          <p:spPr>
            <a:xfrm rot="5400000">
              <a:off x="7874" y="3678747"/>
              <a:ext cx="740961" cy="740961"/>
            </a:xfrm>
            <a:custGeom>
              <a:rect b="b" l="l" r="r" t="t"/>
              <a:pathLst>
                <a:path extrusionOk="0" h="16944" w="16944">
                  <a:moveTo>
                    <a:pt x="16944" y="0"/>
                  </a:moveTo>
                  <a:lnTo>
                    <a:pt x="16944" y="16944"/>
                  </a:lnTo>
                  <a:lnTo>
                    <a:pt x="0" y="16944"/>
                  </a:lnTo>
                  <a:lnTo>
                    <a:pt x="0" y="12436"/>
                  </a:lnTo>
                  <a:cubicBezTo>
                    <a:pt x="0" y="5568"/>
                    <a:pt x="5567" y="0"/>
                    <a:pt x="12435" y="0"/>
                  </a:cubicBezTo>
                  <a:lnTo>
                    <a:pt x="16944" y="0"/>
                  </a:ln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1" name="Google Shape;261;p3"/>
            <p:cNvGrpSpPr/>
            <p:nvPr/>
          </p:nvGrpSpPr>
          <p:grpSpPr>
            <a:xfrm>
              <a:off x="-36383" y="4107925"/>
              <a:ext cx="1658229" cy="1282495"/>
              <a:chOff x="5136226" y="2246221"/>
              <a:chExt cx="1254144" cy="969970"/>
            </a:xfrm>
          </p:grpSpPr>
          <p:sp>
            <p:nvSpPr>
              <p:cNvPr id="262" name="Google Shape;262;p3"/>
              <p:cNvSpPr/>
              <p:nvPr/>
            </p:nvSpPr>
            <p:spPr>
              <a:xfrm>
                <a:off x="5448964" y="2246221"/>
                <a:ext cx="941406" cy="657233"/>
              </a:xfrm>
              <a:custGeom>
                <a:rect b="b" l="l" r="r" t="t"/>
                <a:pathLst>
                  <a:path extrusionOk="0" h="19847" w="28452">
                    <a:moveTo>
                      <a:pt x="0" y="5307"/>
                    </a:moveTo>
                    <a:lnTo>
                      <a:pt x="0" y="5307"/>
                    </a:lnTo>
                    <a:cubicBezTo>
                      <a:pt x="5307" y="0"/>
                      <a:pt x="13912" y="0"/>
                      <a:pt x="19219" y="5307"/>
                    </a:cubicBezTo>
                    <a:lnTo>
                      <a:pt x="28452" y="14540"/>
                    </a:lnTo>
                    <a:lnTo>
                      <a:pt x="28452" y="14540"/>
                    </a:lnTo>
                    <a:cubicBezTo>
                      <a:pt x="23144" y="19847"/>
                      <a:pt x="14540" y="19847"/>
                      <a:pt x="9232" y="14540"/>
                    </a:cubicBezTo>
                    <a:lnTo>
                      <a:pt x="0" y="5307"/>
                    </a:ln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3"/>
              <p:cNvSpPr/>
              <p:nvPr/>
            </p:nvSpPr>
            <p:spPr>
              <a:xfrm>
                <a:off x="5136226" y="2558958"/>
                <a:ext cx="941406" cy="657233"/>
              </a:xfrm>
              <a:custGeom>
                <a:rect b="b" l="l" r="r" t="t"/>
                <a:pathLst>
                  <a:path extrusionOk="0" h="19847" w="28452">
                    <a:moveTo>
                      <a:pt x="0" y="5308"/>
                    </a:moveTo>
                    <a:lnTo>
                      <a:pt x="0" y="5308"/>
                    </a:lnTo>
                    <a:cubicBezTo>
                      <a:pt x="5308" y="0"/>
                      <a:pt x="13912" y="0"/>
                      <a:pt x="19220" y="5307"/>
                    </a:cubicBezTo>
                    <a:lnTo>
                      <a:pt x="28452" y="14540"/>
                    </a:lnTo>
                    <a:lnTo>
                      <a:pt x="28452" y="14540"/>
                    </a:lnTo>
                    <a:cubicBezTo>
                      <a:pt x="23145" y="19847"/>
                      <a:pt x="14540" y="19847"/>
                      <a:pt x="9233" y="14540"/>
                    </a:cubicBezTo>
                    <a:lnTo>
                      <a:pt x="0" y="5308"/>
                    </a:ln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3"/>
              <p:cNvSpPr/>
              <p:nvPr/>
            </p:nvSpPr>
            <p:spPr>
              <a:xfrm>
                <a:off x="5521989" y="2570071"/>
                <a:ext cx="403228" cy="403228"/>
              </a:xfrm>
              <a:custGeom>
                <a:rect b="b" l="l" r="r" t="t"/>
                <a:pathLst>
                  <a:path extrusionOk="0" h="12207" w="12207">
                    <a:moveTo>
                      <a:pt x="2664" y="9543"/>
                    </a:moveTo>
                    <a:cubicBezTo>
                      <a:pt x="5293" y="12173"/>
                      <a:pt x="9529" y="12207"/>
                      <a:pt x="12207" y="9655"/>
                    </a:cubicBezTo>
                    <a:lnTo>
                      <a:pt x="2552" y="0"/>
                    </a:lnTo>
                    <a:cubicBezTo>
                      <a:pt x="0" y="2678"/>
                      <a:pt x="34" y="6914"/>
                      <a:pt x="2664" y="9543"/>
                    </a:cubicBez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3"/>
              <p:cNvSpPr/>
              <p:nvPr/>
            </p:nvSpPr>
            <p:spPr>
              <a:xfrm>
                <a:off x="5604539" y="2487521"/>
                <a:ext cx="403225" cy="403225"/>
              </a:xfrm>
              <a:custGeom>
                <a:rect b="b" l="l" r="r" t="t"/>
                <a:pathLst>
                  <a:path extrusionOk="0" h="12206" w="12206">
                    <a:moveTo>
                      <a:pt x="9543" y="2663"/>
                    </a:moveTo>
                    <a:cubicBezTo>
                      <a:pt x="6913" y="34"/>
                      <a:pt x="2677" y="0"/>
                      <a:pt x="0" y="2551"/>
                    </a:cubicBezTo>
                    <a:lnTo>
                      <a:pt x="9655" y="12206"/>
                    </a:lnTo>
                    <a:cubicBezTo>
                      <a:pt x="12206" y="9529"/>
                      <a:pt x="12172" y="5293"/>
                      <a:pt x="9543" y="2663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6" name="Google Shape;266;p3"/>
            <p:cNvGrpSpPr/>
            <p:nvPr/>
          </p:nvGrpSpPr>
          <p:grpSpPr>
            <a:xfrm flipH="1">
              <a:off x="8012757" y="4051317"/>
              <a:ext cx="1507871" cy="1510263"/>
              <a:chOff x="39184" y="-151930"/>
              <a:chExt cx="1309825" cy="1311903"/>
            </a:xfrm>
          </p:grpSpPr>
          <p:sp>
            <p:nvSpPr>
              <p:cNvPr id="267" name="Google Shape;267;p3"/>
              <p:cNvSpPr/>
              <p:nvPr/>
            </p:nvSpPr>
            <p:spPr>
              <a:xfrm>
                <a:off x="1304909" y="54495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3"/>
              <p:cNvSpPr/>
              <p:nvPr/>
            </p:nvSpPr>
            <p:spPr>
              <a:xfrm>
                <a:off x="1231442" y="614221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3"/>
              <p:cNvSpPr/>
              <p:nvPr/>
            </p:nvSpPr>
            <p:spPr>
              <a:xfrm>
                <a:off x="1160075" y="685588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3"/>
              <p:cNvSpPr/>
              <p:nvPr/>
            </p:nvSpPr>
            <p:spPr>
              <a:xfrm>
                <a:off x="1088707" y="756956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3"/>
              <p:cNvSpPr/>
              <p:nvPr/>
            </p:nvSpPr>
            <p:spPr>
              <a:xfrm>
                <a:off x="1019439" y="828324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3"/>
              <p:cNvSpPr/>
              <p:nvPr/>
            </p:nvSpPr>
            <p:spPr>
              <a:xfrm>
                <a:off x="948072" y="899691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3"/>
              <p:cNvSpPr/>
              <p:nvPr/>
            </p:nvSpPr>
            <p:spPr>
              <a:xfrm>
                <a:off x="876704" y="968960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3"/>
              <p:cNvSpPr/>
              <p:nvPr/>
            </p:nvSpPr>
            <p:spPr>
              <a:xfrm>
                <a:off x="805336" y="1040328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3"/>
              <p:cNvSpPr/>
              <p:nvPr/>
            </p:nvSpPr>
            <p:spPr>
              <a:xfrm>
                <a:off x="733969" y="1111695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3"/>
              <p:cNvSpPr/>
              <p:nvPr/>
            </p:nvSpPr>
            <p:spPr>
              <a:xfrm>
                <a:off x="1244036" y="48618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3"/>
              <p:cNvSpPr/>
              <p:nvPr/>
            </p:nvSpPr>
            <p:spPr>
              <a:xfrm>
                <a:off x="1174769" y="557547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3"/>
              <p:cNvSpPr/>
              <p:nvPr/>
            </p:nvSpPr>
            <p:spPr>
              <a:xfrm>
                <a:off x="1105499" y="62891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3"/>
              <p:cNvSpPr/>
              <p:nvPr/>
            </p:nvSpPr>
            <p:spPr>
              <a:xfrm>
                <a:off x="1034132" y="70028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3"/>
              <p:cNvSpPr/>
              <p:nvPr/>
            </p:nvSpPr>
            <p:spPr>
              <a:xfrm>
                <a:off x="960666" y="76955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3"/>
              <p:cNvSpPr/>
              <p:nvPr/>
            </p:nvSpPr>
            <p:spPr>
              <a:xfrm>
                <a:off x="889298" y="840918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3"/>
              <p:cNvSpPr/>
              <p:nvPr/>
            </p:nvSpPr>
            <p:spPr>
              <a:xfrm>
                <a:off x="817931" y="91228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3"/>
              <p:cNvSpPr/>
              <p:nvPr/>
            </p:nvSpPr>
            <p:spPr>
              <a:xfrm>
                <a:off x="748662" y="983653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3"/>
              <p:cNvSpPr/>
              <p:nvPr/>
            </p:nvSpPr>
            <p:spPr>
              <a:xfrm>
                <a:off x="677294" y="1052922"/>
                <a:ext cx="461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3"/>
              <p:cNvSpPr/>
              <p:nvPr/>
            </p:nvSpPr>
            <p:spPr>
              <a:xfrm>
                <a:off x="1187363" y="427407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3"/>
              <p:cNvSpPr/>
              <p:nvPr/>
            </p:nvSpPr>
            <p:spPr>
              <a:xfrm>
                <a:off x="1115995" y="498774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3"/>
              <p:cNvSpPr/>
              <p:nvPr/>
            </p:nvSpPr>
            <p:spPr>
              <a:xfrm>
                <a:off x="1046726" y="572240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3"/>
              <p:cNvSpPr/>
              <p:nvPr/>
            </p:nvSpPr>
            <p:spPr>
              <a:xfrm>
                <a:off x="975359" y="643608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3"/>
              <p:cNvSpPr/>
              <p:nvPr/>
            </p:nvSpPr>
            <p:spPr>
              <a:xfrm>
                <a:off x="901893" y="710777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3"/>
              <p:cNvSpPr/>
              <p:nvPr/>
            </p:nvSpPr>
            <p:spPr>
              <a:xfrm>
                <a:off x="832623" y="782145"/>
                <a:ext cx="46178" cy="482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3"/>
              <p:cNvSpPr/>
              <p:nvPr/>
            </p:nvSpPr>
            <p:spPr>
              <a:xfrm>
                <a:off x="761256" y="853512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3"/>
              <p:cNvSpPr/>
              <p:nvPr/>
            </p:nvSpPr>
            <p:spPr>
              <a:xfrm>
                <a:off x="689888" y="924880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3"/>
              <p:cNvSpPr/>
              <p:nvPr/>
            </p:nvSpPr>
            <p:spPr>
              <a:xfrm>
                <a:off x="618521" y="996247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3"/>
              <p:cNvSpPr/>
              <p:nvPr/>
            </p:nvSpPr>
            <p:spPr>
              <a:xfrm>
                <a:off x="1128589" y="370732"/>
                <a:ext cx="48279" cy="461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3"/>
              <p:cNvSpPr/>
              <p:nvPr/>
            </p:nvSpPr>
            <p:spPr>
              <a:xfrm>
                <a:off x="1057221" y="440001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3"/>
              <p:cNvSpPr/>
              <p:nvPr/>
            </p:nvSpPr>
            <p:spPr>
              <a:xfrm>
                <a:off x="985854" y="511368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3"/>
              <p:cNvSpPr/>
              <p:nvPr/>
            </p:nvSpPr>
            <p:spPr>
              <a:xfrm>
                <a:off x="916585" y="582736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3"/>
              <p:cNvSpPr/>
              <p:nvPr/>
            </p:nvSpPr>
            <p:spPr>
              <a:xfrm>
                <a:off x="845218" y="654104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3"/>
              <p:cNvSpPr/>
              <p:nvPr/>
            </p:nvSpPr>
            <p:spPr>
              <a:xfrm>
                <a:off x="775949" y="727570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3"/>
              <p:cNvSpPr/>
              <p:nvPr/>
            </p:nvSpPr>
            <p:spPr>
              <a:xfrm>
                <a:off x="702483" y="796839"/>
                <a:ext cx="48279" cy="461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3"/>
              <p:cNvSpPr/>
              <p:nvPr/>
            </p:nvSpPr>
            <p:spPr>
              <a:xfrm>
                <a:off x="631115" y="866107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3"/>
              <p:cNvSpPr/>
              <p:nvPr/>
            </p:nvSpPr>
            <p:spPr>
              <a:xfrm>
                <a:off x="559747" y="93747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3"/>
              <p:cNvSpPr/>
              <p:nvPr/>
            </p:nvSpPr>
            <p:spPr>
              <a:xfrm>
                <a:off x="1071915" y="311959"/>
                <a:ext cx="461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3"/>
              <p:cNvSpPr/>
              <p:nvPr/>
            </p:nvSpPr>
            <p:spPr>
              <a:xfrm>
                <a:off x="1000547" y="383327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3"/>
              <p:cNvSpPr/>
              <p:nvPr/>
            </p:nvSpPr>
            <p:spPr>
              <a:xfrm>
                <a:off x="929180" y="454694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3"/>
              <p:cNvSpPr/>
              <p:nvPr/>
            </p:nvSpPr>
            <p:spPr>
              <a:xfrm>
                <a:off x="857812" y="523963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3"/>
              <p:cNvSpPr/>
              <p:nvPr/>
            </p:nvSpPr>
            <p:spPr>
              <a:xfrm>
                <a:off x="786444" y="595330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3"/>
              <p:cNvSpPr/>
              <p:nvPr/>
            </p:nvSpPr>
            <p:spPr>
              <a:xfrm>
                <a:off x="717176" y="66879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3"/>
              <p:cNvSpPr/>
              <p:nvPr/>
            </p:nvSpPr>
            <p:spPr>
              <a:xfrm>
                <a:off x="647907" y="740164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3"/>
              <p:cNvSpPr/>
              <p:nvPr/>
            </p:nvSpPr>
            <p:spPr>
              <a:xfrm>
                <a:off x="574441" y="809433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3"/>
              <p:cNvSpPr/>
              <p:nvPr/>
            </p:nvSpPr>
            <p:spPr>
              <a:xfrm>
                <a:off x="503073" y="880800"/>
                <a:ext cx="48278" cy="461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3"/>
              <p:cNvSpPr/>
              <p:nvPr/>
            </p:nvSpPr>
            <p:spPr>
              <a:xfrm>
                <a:off x="1013141" y="253186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3"/>
              <p:cNvSpPr/>
              <p:nvPr/>
            </p:nvSpPr>
            <p:spPr>
              <a:xfrm>
                <a:off x="941774" y="324553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3"/>
              <p:cNvSpPr/>
              <p:nvPr/>
            </p:nvSpPr>
            <p:spPr>
              <a:xfrm>
                <a:off x="870406" y="395921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3"/>
              <p:cNvSpPr/>
              <p:nvPr/>
            </p:nvSpPr>
            <p:spPr>
              <a:xfrm>
                <a:off x="799039" y="467288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3"/>
              <p:cNvSpPr/>
              <p:nvPr/>
            </p:nvSpPr>
            <p:spPr>
              <a:xfrm>
                <a:off x="729770" y="538656"/>
                <a:ext cx="461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3"/>
              <p:cNvSpPr/>
              <p:nvPr/>
            </p:nvSpPr>
            <p:spPr>
              <a:xfrm>
                <a:off x="658403" y="60792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3"/>
              <p:cNvSpPr/>
              <p:nvPr/>
            </p:nvSpPr>
            <p:spPr>
              <a:xfrm>
                <a:off x="587035" y="679292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3"/>
              <p:cNvSpPr/>
              <p:nvPr/>
            </p:nvSpPr>
            <p:spPr>
              <a:xfrm>
                <a:off x="515667" y="750660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3"/>
              <p:cNvSpPr/>
              <p:nvPr/>
            </p:nvSpPr>
            <p:spPr>
              <a:xfrm>
                <a:off x="444300" y="822027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3"/>
              <p:cNvSpPr/>
              <p:nvPr/>
            </p:nvSpPr>
            <p:spPr>
              <a:xfrm>
                <a:off x="954368" y="196512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3"/>
              <p:cNvSpPr/>
              <p:nvPr/>
            </p:nvSpPr>
            <p:spPr>
              <a:xfrm>
                <a:off x="885100" y="267879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3"/>
              <p:cNvSpPr/>
              <p:nvPr/>
            </p:nvSpPr>
            <p:spPr>
              <a:xfrm>
                <a:off x="813732" y="337148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3"/>
              <p:cNvSpPr/>
              <p:nvPr/>
            </p:nvSpPr>
            <p:spPr>
              <a:xfrm>
                <a:off x="742364" y="408515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3"/>
              <p:cNvSpPr/>
              <p:nvPr/>
            </p:nvSpPr>
            <p:spPr>
              <a:xfrm>
                <a:off x="670997" y="479883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3"/>
              <p:cNvSpPr/>
              <p:nvPr/>
            </p:nvSpPr>
            <p:spPr>
              <a:xfrm>
                <a:off x="599629" y="55125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3"/>
              <p:cNvSpPr/>
              <p:nvPr/>
            </p:nvSpPr>
            <p:spPr>
              <a:xfrm>
                <a:off x="528262" y="622618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3"/>
              <p:cNvSpPr/>
              <p:nvPr/>
            </p:nvSpPr>
            <p:spPr>
              <a:xfrm>
                <a:off x="456894" y="693985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3"/>
              <p:cNvSpPr/>
              <p:nvPr/>
            </p:nvSpPr>
            <p:spPr>
              <a:xfrm>
                <a:off x="389725" y="765353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3"/>
              <p:cNvSpPr/>
              <p:nvPr/>
            </p:nvSpPr>
            <p:spPr>
              <a:xfrm>
                <a:off x="899793" y="13983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3"/>
              <p:cNvSpPr/>
              <p:nvPr/>
            </p:nvSpPr>
            <p:spPr>
              <a:xfrm>
                <a:off x="828425" y="21120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3"/>
              <p:cNvSpPr/>
              <p:nvPr/>
            </p:nvSpPr>
            <p:spPr>
              <a:xfrm>
                <a:off x="754959" y="280473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3"/>
              <p:cNvSpPr/>
              <p:nvPr/>
            </p:nvSpPr>
            <p:spPr>
              <a:xfrm>
                <a:off x="683591" y="351841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3"/>
              <p:cNvSpPr/>
              <p:nvPr/>
            </p:nvSpPr>
            <p:spPr>
              <a:xfrm>
                <a:off x="612224" y="421109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3"/>
              <p:cNvSpPr/>
              <p:nvPr/>
            </p:nvSpPr>
            <p:spPr>
              <a:xfrm>
                <a:off x="542955" y="492477"/>
                <a:ext cx="461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3"/>
              <p:cNvSpPr/>
              <p:nvPr/>
            </p:nvSpPr>
            <p:spPr>
              <a:xfrm>
                <a:off x="471587" y="563845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3"/>
              <p:cNvSpPr/>
              <p:nvPr/>
            </p:nvSpPr>
            <p:spPr>
              <a:xfrm>
                <a:off x="400220" y="635212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3"/>
              <p:cNvSpPr/>
              <p:nvPr/>
            </p:nvSpPr>
            <p:spPr>
              <a:xfrm>
                <a:off x="328852" y="70658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3"/>
              <p:cNvSpPr/>
              <p:nvPr/>
            </p:nvSpPr>
            <p:spPr>
              <a:xfrm>
                <a:off x="841020" y="81064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3"/>
              <p:cNvSpPr/>
              <p:nvPr/>
            </p:nvSpPr>
            <p:spPr>
              <a:xfrm>
                <a:off x="767553" y="150333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3"/>
              <p:cNvSpPr/>
              <p:nvPr/>
            </p:nvSpPr>
            <p:spPr>
              <a:xfrm>
                <a:off x="696185" y="22170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3"/>
              <p:cNvSpPr/>
              <p:nvPr/>
            </p:nvSpPr>
            <p:spPr>
              <a:xfrm>
                <a:off x="626917" y="293068"/>
                <a:ext cx="461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3"/>
              <p:cNvSpPr/>
              <p:nvPr/>
            </p:nvSpPr>
            <p:spPr>
              <a:xfrm>
                <a:off x="555549" y="364435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3"/>
              <p:cNvSpPr/>
              <p:nvPr/>
            </p:nvSpPr>
            <p:spPr>
              <a:xfrm>
                <a:off x="484182" y="435803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3"/>
              <p:cNvSpPr/>
              <p:nvPr/>
            </p:nvSpPr>
            <p:spPr>
              <a:xfrm>
                <a:off x="412814" y="507170"/>
                <a:ext cx="48279" cy="461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3"/>
              <p:cNvSpPr/>
              <p:nvPr/>
            </p:nvSpPr>
            <p:spPr>
              <a:xfrm>
                <a:off x="341447" y="576439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3"/>
              <p:cNvSpPr/>
              <p:nvPr/>
            </p:nvSpPr>
            <p:spPr>
              <a:xfrm>
                <a:off x="270079" y="647806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3"/>
              <p:cNvSpPr/>
              <p:nvPr/>
            </p:nvSpPr>
            <p:spPr>
              <a:xfrm>
                <a:off x="782246" y="22291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3"/>
              <p:cNvSpPr/>
              <p:nvPr/>
            </p:nvSpPr>
            <p:spPr>
              <a:xfrm>
                <a:off x="710879" y="93658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3"/>
              <p:cNvSpPr/>
              <p:nvPr/>
            </p:nvSpPr>
            <p:spPr>
              <a:xfrm>
                <a:off x="641610" y="167125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3"/>
              <p:cNvSpPr/>
              <p:nvPr/>
            </p:nvSpPr>
            <p:spPr>
              <a:xfrm>
                <a:off x="570243" y="23639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3"/>
              <p:cNvSpPr/>
              <p:nvPr/>
            </p:nvSpPr>
            <p:spPr>
              <a:xfrm>
                <a:off x="496776" y="305662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3"/>
              <p:cNvSpPr/>
              <p:nvPr/>
            </p:nvSpPr>
            <p:spPr>
              <a:xfrm>
                <a:off x="425408" y="37703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3"/>
              <p:cNvSpPr/>
              <p:nvPr/>
            </p:nvSpPr>
            <p:spPr>
              <a:xfrm>
                <a:off x="356140" y="448397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3"/>
              <p:cNvSpPr/>
              <p:nvPr/>
            </p:nvSpPr>
            <p:spPr>
              <a:xfrm>
                <a:off x="284772" y="519765"/>
                <a:ext cx="461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3"/>
              <p:cNvSpPr/>
              <p:nvPr/>
            </p:nvSpPr>
            <p:spPr>
              <a:xfrm>
                <a:off x="213405" y="591132"/>
                <a:ext cx="48278" cy="461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3"/>
              <p:cNvSpPr/>
              <p:nvPr/>
            </p:nvSpPr>
            <p:spPr>
              <a:xfrm>
                <a:off x="723473" y="-36482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3"/>
              <p:cNvSpPr/>
              <p:nvPr/>
            </p:nvSpPr>
            <p:spPr>
              <a:xfrm>
                <a:off x="652105" y="34885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3"/>
              <p:cNvSpPr/>
              <p:nvPr/>
            </p:nvSpPr>
            <p:spPr>
              <a:xfrm>
                <a:off x="582837" y="10835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3"/>
              <p:cNvSpPr/>
              <p:nvPr/>
            </p:nvSpPr>
            <p:spPr>
              <a:xfrm>
                <a:off x="511469" y="179719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3"/>
              <p:cNvSpPr/>
              <p:nvPr/>
            </p:nvSpPr>
            <p:spPr>
              <a:xfrm>
                <a:off x="440102" y="248988"/>
                <a:ext cx="46179" cy="461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3"/>
              <p:cNvSpPr/>
              <p:nvPr/>
            </p:nvSpPr>
            <p:spPr>
              <a:xfrm>
                <a:off x="368734" y="318256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3"/>
              <p:cNvSpPr/>
              <p:nvPr/>
            </p:nvSpPr>
            <p:spPr>
              <a:xfrm>
                <a:off x="297367" y="389624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3"/>
              <p:cNvSpPr/>
              <p:nvPr/>
            </p:nvSpPr>
            <p:spPr>
              <a:xfrm>
                <a:off x="225999" y="460991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3"/>
              <p:cNvSpPr/>
              <p:nvPr/>
            </p:nvSpPr>
            <p:spPr>
              <a:xfrm>
                <a:off x="154631" y="532359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3"/>
              <p:cNvSpPr/>
              <p:nvPr/>
            </p:nvSpPr>
            <p:spPr>
              <a:xfrm>
                <a:off x="664700" y="-93157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3"/>
              <p:cNvSpPr/>
              <p:nvPr/>
            </p:nvSpPr>
            <p:spPr>
              <a:xfrm>
                <a:off x="593332" y="-23888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3"/>
              <p:cNvSpPr/>
              <p:nvPr/>
            </p:nvSpPr>
            <p:spPr>
              <a:xfrm>
                <a:off x="524064" y="47479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3"/>
              <p:cNvSpPr/>
              <p:nvPr/>
            </p:nvSpPr>
            <p:spPr>
              <a:xfrm>
                <a:off x="452696" y="118847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3"/>
              <p:cNvSpPr/>
              <p:nvPr/>
            </p:nvSpPr>
            <p:spPr>
              <a:xfrm>
                <a:off x="381328" y="190214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3"/>
              <p:cNvSpPr/>
              <p:nvPr/>
            </p:nvSpPr>
            <p:spPr>
              <a:xfrm>
                <a:off x="312060" y="263681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3"/>
              <p:cNvSpPr/>
              <p:nvPr/>
            </p:nvSpPr>
            <p:spPr>
              <a:xfrm>
                <a:off x="238593" y="332950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3"/>
              <p:cNvSpPr/>
              <p:nvPr/>
            </p:nvSpPr>
            <p:spPr>
              <a:xfrm>
                <a:off x="167226" y="404317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3"/>
              <p:cNvSpPr/>
              <p:nvPr/>
            </p:nvSpPr>
            <p:spPr>
              <a:xfrm>
                <a:off x="97957" y="473586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3"/>
              <p:cNvSpPr/>
              <p:nvPr/>
            </p:nvSpPr>
            <p:spPr>
              <a:xfrm>
                <a:off x="608025" y="-151930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3"/>
              <p:cNvSpPr/>
              <p:nvPr/>
            </p:nvSpPr>
            <p:spPr>
              <a:xfrm>
                <a:off x="536658" y="-80562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3"/>
              <p:cNvSpPr/>
              <p:nvPr/>
            </p:nvSpPr>
            <p:spPr>
              <a:xfrm>
                <a:off x="465290" y="-919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3"/>
              <p:cNvSpPr/>
              <p:nvPr/>
            </p:nvSpPr>
            <p:spPr>
              <a:xfrm>
                <a:off x="393923" y="62173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3"/>
              <p:cNvSpPr/>
              <p:nvPr/>
            </p:nvSpPr>
            <p:spPr>
              <a:xfrm>
                <a:off x="322555" y="131441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3"/>
              <p:cNvSpPr/>
              <p:nvPr/>
            </p:nvSpPr>
            <p:spPr>
              <a:xfrm>
                <a:off x="255386" y="204908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3"/>
              <p:cNvSpPr/>
              <p:nvPr/>
            </p:nvSpPr>
            <p:spPr>
              <a:xfrm>
                <a:off x="184018" y="276275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3"/>
              <p:cNvSpPr/>
              <p:nvPr/>
            </p:nvSpPr>
            <p:spPr>
              <a:xfrm>
                <a:off x="110552" y="345544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3"/>
              <p:cNvSpPr/>
              <p:nvPr/>
            </p:nvSpPr>
            <p:spPr>
              <a:xfrm>
                <a:off x="39184" y="416911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"/>
          <p:cNvSpPr txBox="1"/>
          <p:nvPr>
            <p:ph type="title"/>
          </p:nvPr>
        </p:nvSpPr>
        <p:spPr>
          <a:xfrm>
            <a:off x="720000" y="523275"/>
            <a:ext cx="7704000" cy="668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386" name="Google Shape;386;p4"/>
          <p:cNvSpPr txBox="1"/>
          <p:nvPr>
            <p:ph idx="1" type="body"/>
          </p:nvPr>
        </p:nvSpPr>
        <p:spPr>
          <a:xfrm>
            <a:off x="720000" y="1152475"/>
            <a:ext cx="7704000" cy="10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2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"/>
          <p:cNvSpPr txBox="1"/>
          <p:nvPr>
            <p:ph idx="1" type="subTitle"/>
          </p:nvPr>
        </p:nvSpPr>
        <p:spPr>
          <a:xfrm>
            <a:off x="1290750" y="2672122"/>
            <a:ext cx="2907600" cy="4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89" name="Google Shape;389;p5"/>
          <p:cNvSpPr txBox="1"/>
          <p:nvPr>
            <p:ph idx="2" type="subTitle"/>
          </p:nvPr>
        </p:nvSpPr>
        <p:spPr>
          <a:xfrm>
            <a:off x="4945625" y="2672122"/>
            <a:ext cx="2907600" cy="4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90" name="Google Shape;390;p5"/>
          <p:cNvSpPr txBox="1"/>
          <p:nvPr>
            <p:ph idx="3" type="subTitle"/>
          </p:nvPr>
        </p:nvSpPr>
        <p:spPr>
          <a:xfrm>
            <a:off x="1290750" y="3097824"/>
            <a:ext cx="2907600" cy="11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1" name="Google Shape;391;p5"/>
          <p:cNvSpPr txBox="1"/>
          <p:nvPr>
            <p:ph idx="4" type="subTitle"/>
          </p:nvPr>
        </p:nvSpPr>
        <p:spPr>
          <a:xfrm>
            <a:off x="4945625" y="3097824"/>
            <a:ext cx="2907600" cy="11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2" name="Google Shape;392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grpSp>
        <p:nvGrpSpPr>
          <p:cNvPr id="393" name="Google Shape;393;p5"/>
          <p:cNvGrpSpPr/>
          <p:nvPr/>
        </p:nvGrpSpPr>
        <p:grpSpPr>
          <a:xfrm>
            <a:off x="-15990" y="3526515"/>
            <a:ext cx="2300520" cy="2575530"/>
            <a:chOff x="3238240" y="323850"/>
            <a:chExt cx="1739919" cy="1947912"/>
          </a:xfrm>
        </p:grpSpPr>
        <p:sp>
          <p:nvSpPr>
            <p:cNvPr id="394" name="Google Shape;394;p5"/>
            <p:cNvSpPr/>
            <p:nvPr/>
          </p:nvSpPr>
          <p:spPr>
            <a:xfrm>
              <a:off x="3238240" y="323850"/>
              <a:ext cx="1654154" cy="1947912"/>
            </a:xfrm>
            <a:custGeom>
              <a:rect b="b" l="l" r="r" t="t"/>
              <a:pathLst>
                <a:path extrusionOk="0" h="58876" w="50016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4036753" y="947738"/>
              <a:ext cx="941406" cy="657233"/>
            </a:xfrm>
            <a:custGeom>
              <a:rect b="b" l="l" r="r" t="t"/>
              <a:pathLst>
                <a:path extrusionOk="0" h="19847" w="28452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rgbClr val="1C34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3724015" y="1260475"/>
              <a:ext cx="941406" cy="657233"/>
            </a:xfrm>
            <a:custGeom>
              <a:rect b="b" l="l" r="r" t="t"/>
              <a:pathLst>
                <a:path extrusionOk="0" h="19847" w="28452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rgbClr val="F0EBE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4109778" y="1271588"/>
              <a:ext cx="403228" cy="403228"/>
            </a:xfrm>
            <a:custGeom>
              <a:rect b="b" l="l" r="r" t="t"/>
              <a:pathLst>
                <a:path extrusionOk="0" h="12207" w="12207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rgbClr val="1C34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4192328" y="1189038"/>
              <a:ext cx="403225" cy="403225"/>
            </a:xfrm>
            <a:custGeom>
              <a:rect b="b" l="l" r="r" t="t"/>
              <a:pathLst>
                <a:path extrusionOk="0" h="12206" w="12206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"/>
          <p:cNvSpPr txBox="1"/>
          <p:nvPr>
            <p:ph type="title"/>
          </p:nvPr>
        </p:nvSpPr>
        <p:spPr>
          <a:xfrm>
            <a:off x="723900" y="552450"/>
            <a:ext cx="7696200" cy="7155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grpSp>
        <p:nvGrpSpPr>
          <p:cNvPr id="401" name="Google Shape;401;p6"/>
          <p:cNvGrpSpPr/>
          <p:nvPr/>
        </p:nvGrpSpPr>
        <p:grpSpPr>
          <a:xfrm>
            <a:off x="-426172" y="-639686"/>
            <a:ext cx="10263181" cy="6395837"/>
            <a:chOff x="-426172" y="-639686"/>
            <a:chExt cx="10263181" cy="6395837"/>
          </a:xfrm>
        </p:grpSpPr>
        <p:sp>
          <p:nvSpPr>
            <p:cNvPr id="402" name="Google Shape;402;p6"/>
            <p:cNvSpPr/>
            <p:nvPr/>
          </p:nvSpPr>
          <p:spPr>
            <a:xfrm>
              <a:off x="8420420" y="4398962"/>
              <a:ext cx="740961" cy="740961"/>
            </a:xfrm>
            <a:custGeom>
              <a:rect b="b" l="l" r="r" t="t"/>
              <a:pathLst>
                <a:path extrusionOk="0" h="16944" w="16944">
                  <a:moveTo>
                    <a:pt x="16944" y="0"/>
                  </a:moveTo>
                  <a:lnTo>
                    <a:pt x="16944" y="16944"/>
                  </a:lnTo>
                  <a:lnTo>
                    <a:pt x="0" y="16944"/>
                  </a:lnTo>
                  <a:lnTo>
                    <a:pt x="0" y="12436"/>
                  </a:lnTo>
                  <a:cubicBezTo>
                    <a:pt x="0" y="5568"/>
                    <a:pt x="5567" y="0"/>
                    <a:pt x="12435" y="0"/>
                  </a:cubicBezTo>
                  <a:lnTo>
                    <a:pt x="16944" y="0"/>
                  </a:lnTo>
                  <a:close/>
                </a:path>
              </a:pathLst>
            </a:custGeom>
            <a:solidFill>
              <a:srgbClr val="4C6A7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3" name="Google Shape;403;p6"/>
            <p:cNvGrpSpPr/>
            <p:nvPr/>
          </p:nvGrpSpPr>
          <p:grpSpPr>
            <a:xfrm>
              <a:off x="-426172" y="4245888"/>
              <a:ext cx="1507871" cy="1510263"/>
              <a:chOff x="39184" y="-151930"/>
              <a:chExt cx="1309825" cy="1311903"/>
            </a:xfrm>
          </p:grpSpPr>
          <p:sp>
            <p:nvSpPr>
              <p:cNvPr id="404" name="Google Shape;404;p6"/>
              <p:cNvSpPr/>
              <p:nvPr/>
            </p:nvSpPr>
            <p:spPr>
              <a:xfrm>
                <a:off x="1304909" y="544953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6"/>
              <p:cNvSpPr/>
              <p:nvPr/>
            </p:nvSpPr>
            <p:spPr>
              <a:xfrm>
                <a:off x="1231442" y="614221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6"/>
              <p:cNvSpPr/>
              <p:nvPr/>
            </p:nvSpPr>
            <p:spPr>
              <a:xfrm>
                <a:off x="1160075" y="685588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6"/>
              <p:cNvSpPr/>
              <p:nvPr/>
            </p:nvSpPr>
            <p:spPr>
              <a:xfrm>
                <a:off x="1088707" y="756956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6"/>
              <p:cNvSpPr/>
              <p:nvPr/>
            </p:nvSpPr>
            <p:spPr>
              <a:xfrm>
                <a:off x="1019439" y="828324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6"/>
              <p:cNvSpPr/>
              <p:nvPr/>
            </p:nvSpPr>
            <p:spPr>
              <a:xfrm>
                <a:off x="948072" y="899691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6"/>
              <p:cNvSpPr/>
              <p:nvPr/>
            </p:nvSpPr>
            <p:spPr>
              <a:xfrm>
                <a:off x="876704" y="968960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6"/>
              <p:cNvSpPr/>
              <p:nvPr/>
            </p:nvSpPr>
            <p:spPr>
              <a:xfrm>
                <a:off x="805336" y="1040328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6"/>
              <p:cNvSpPr/>
              <p:nvPr/>
            </p:nvSpPr>
            <p:spPr>
              <a:xfrm>
                <a:off x="733969" y="1111695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6"/>
              <p:cNvSpPr/>
              <p:nvPr/>
            </p:nvSpPr>
            <p:spPr>
              <a:xfrm>
                <a:off x="1244036" y="48618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6"/>
              <p:cNvSpPr/>
              <p:nvPr/>
            </p:nvSpPr>
            <p:spPr>
              <a:xfrm>
                <a:off x="1174769" y="557547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6"/>
              <p:cNvSpPr/>
              <p:nvPr/>
            </p:nvSpPr>
            <p:spPr>
              <a:xfrm>
                <a:off x="1105499" y="628915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6"/>
              <p:cNvSpPr/>
              <p:nvPr/>
            </p:nvSpPr>
            <p:spPr>
              <a:xfrm>
                <a:off x="1034132" y="700282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6"/>
              <p:cNvSpPr/>
              <p:nvPr/>
            </p:nvSpPr>
            <p:spPr>
              <a:xfrm>
                <a:off x="960666" y="76955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6"/>
              <p:cNvSpPr/>
              <p:nvPr/>
            </p:nvSpPr>
            <p:spPr>
              <a:xfrm>
                <a:off x="889298" y="840918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6"/>
              <p:cNvSpPr/>
              <p:nvPr/>
            </p:nvSpPr>
            <p:spPr>
              <a:xfrm>
                <a:off x="817931" y="91228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6"/>
              <p:cNvSpPr/>
              <p:nvPr/>
            </p:nvSpPr>
            <p:spPr>
              <a:xfrm>
                <a:off x="748662" y="983653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6"/>
              <p:cNvSpPr/>
              <p:nvPr/>
            </p:nvSpPr>
            <p:spPr>
              <a:xfrm>
                <a:off x="677294" y="1052922"/>
                <a:ext cx="461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6"/>
              <p:cNvSpPr/>
              <p:nvPr/>
            </p:nvSpPr>
            <p:spPr>
              <a:xfrm>
                <a:off x="1187363" y="427407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6"/>
              <p:cNvSpPr/>
              <p:nvPr/>
            </p:nvSpPr>
            <p:spPr>
              <a:xfrm>
                <a:off x="1115995" y="498774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6"/>
              <p:cNvSpPr/>
              <p:nvPr/>
            </p:nvSpPr>
            <p:spPr>
              <a:xfrm>
                <a:off x="1046726" y="572240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6"/>
              <p:cNvSpPr/>
              <p:nvPr/>
            </p:nvSpPr>
            <p:spPr>
              <a:xfrm>
                <a:off x="975359" y="643608"/>
                <a:ext cx="44100" cy="420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6"/>
              <p:cNvSpPr/>
              <p:nvPr/>
            </p:nvSpPr>
            <p:spPr>
              <a:xfrm>
                <a:off x="901893" y="710777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6"/>
              <p:cNvSpPr/>
              <p:nvPr/>
            </p:nvSpPr>
            <p:spPr>
              <a:xfrm>
                <a:off x="832623" y="782145"/>
                <a:ext cx="46178" cy="482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6"/>
              <p:cNvSpPr/>
              <p:nvPr/>
            </p:nvSpPr>
            <p:spPr>
              <a:xfrm>
                <a:off x="761256" y="853512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6"/>
              <p:cNvSpPr/>
              <p:nvPr/>
            </p:nvSpPr>
            <p:spPr>
              <a:xfrm>
                <a:off x="689888" y="924880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6"/>
              <p:cNvSpPr/>
              <p:nvPr/>
            </p:nvSpPr>
            <p:spPr>
              <a:xfrm>
                <a:off x="618521" y="996247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6"/>
              <p:cNvSpPr/>
              <p:nvPr/>
            </p:nvSpPr>
            <p:spPr>
              <a:xfrm>
                <a:off x="1128589" y="370732"/>
                <a:ext cx="48279" cy="461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6"/>
              <p:cNvSpPr/>
              <p:nvPr/>
            </p:nvSpPr>
            <p:spPr>
              <a:xfrm>
                <a:off x="1057221" y="440001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6"/>
              <p:cNvSpPr/>
              <p:nvPr/>
            </p:nvSpPr>
            <p:spPr>
              <a:xfrm>
                <a:off x="985854" y="511368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6"/>
              <p:cNvSpPr/>
              <p:nvPr/>
            </p:nvSpPr>
            <p:spPr>
              <a:xfrm>
                <a:off x="916585" y="582736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6"/>
              <p:cNvSpPr/>
              <p:nvPr/>
            </p:nvSpPr>
            <p:spPr>
              <a:xfrm>
                <a:off x="845218" y="654104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6"/>
              <p:cNvSpPr/>
              <p:nvPr/>
            </p:nvSpPr>
            <p:spPr>
              <a:xfrm>
                <a:off x="775949" y="727570"/>
                <a:ext cx="44100" cy="420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6"/>
              <p:cNvSpPr/>
              <p:nvPr/>
            </p:nvSpPr>
            <p:spPr>
              <a:xfrm>
                <a:off x="702483" y="796839"/>
                <a:ext cx="48279" cy="461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6"/>
              <p:cNvSpPr/>
              <p:nvPr/>
            </p:nvSpPr>
            <p:spPr>
              <a:xfrm>
                <a:off x="631115" y="866107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6"/>
              <p:cNvSpPr/>
              <p:nvPr/>
            </p:nvSpPr>
            <p:spPr>
              <a:xfrm>
                <a:off x="559747" y="93747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6"/>
              <p:cNvSpPr/>
              <p:nvPr/>
            </p:nvSpPr>
            <p:spPr>
              <a:xfrm>
                <a:off x="1071915" y="311959"/>
                <a:ext cx="461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6"/>
              <p:cNvSpPr/>
              <p:nvPr/>
            </p:nvSpPr>
            <p:spPr>
              <a:xfrm>
                <a:off x="1000547" y="383327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6"/>
              <p:cNvSpPr/>
              <p:nvPr/>
            </p:nvSpPr>
            <p:spPr>
              <a:xfrm>
                <a:off x="929180" y="454694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6"/>
              <p:cNvSpPr/>
              <p:nvPr/>
            </p:nvSpPr>
            <p:spPr>
              <a:xfrm>
                <a:off x="857812" y="523963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6"/>
              <p:cNvSpPr/>
              <p:nvPr/>
            </p:nvSpPr>
            <p:spPr>
              <a:xfrm>
                <a:off x="786444" y="595330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6"/>
              <p:cNvSpPr/>
              <p:nvPr/>
            </p:nvSpPr>
            <p:spPr>
              <a:xfrm>
                <a:off x="717176" y="668797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6"/>
              <p:cNvSpPr/>
              <p:nvPr/>
            </p:nvSpPr>
            <p:spPr>
              <a:xfrm>
                <a:off x="647907" y="740164"/>
                <a:ext cx="420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6"/>
              <p:cNvSpPr/>
              <p:nvPr/>
            </p:nvSpPr>
            <p:spPr>
              <a:xfrm>
                <a:off x="574441" y="809433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6"/>
              <p:cNvSpPr/>
              <p:nvPr/>
            </p:nvSpPr>
            <p:spPr>
              <a:xfrm>
                <a:off x="503073" y="880800"/>
                <a:ext cx="48278" cy="461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6"/>
              <p:cNvSpPr/>
              <p:nvPr/>
            </p:nvSpPr>
            <p:spPr>
              <a:xfrm>
                <a:off x="1013141" y="253186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6"/>
              <p:cNvSpPr/>
              <p:nvPr/>
            </p:nvSpPr>
            <p:spPr>
              <a:xfrm>
                <a:off x="941774" y="324553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6"/>
              <p:cNvSpPr/>
              <p:nvPr/>
            </p:nvSpPr>
            <p:spPr>
              <a:xfrm>
                <a:off x="870406" y="395921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6"/>
              <p:cNvSpPr/>
              <p:nvPr/>
            </p:nvSpPr>
            <p:spPr>
              <a:xfrm>
                <a:off x="799039" y="467288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6"/>
              <p:cNvSpPr/>
              <p:nvPr/>
            </p:nvSpPr>
            <p:spPr>
              <a:xfrm>
                <a:off x="729770" y="538656"/>
                <a:ext cx="461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6"/>
              <p:cNvSpPr/>
              <p:nvPr/>
            </p:nvSpPr>
            <p:spPr>
              <a:xfrm>
                <a:off x="658403" y="60792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6"/>
              <p:cNvSpPr/>
              <p:nvPr/>
            </p:nvSpPr>
            <p:spPr>
              <a:xfrm>
                <a:off x="587035" y="679292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6"/>
              <p:cNvSpPr/>
              <p:nvPr/>
            </p:nvSpPr>
            <p:spPr>
              <a:xfrm>
                <a:off x="515667" y="750660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6"/>
              <p:cNvSpPr/>
              <p:nvPr/>
            </p:nvSpPr>
            <p:spPr>
              <a:xfrm>
                <a:off x="444300" y="822027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p6"/>
              <p:cNvSpPr/>
              <p:nvPr/>
            </p:nvSpPr>
            <p:spPr>
              <a:xfrm>
                <a:off x="954368" y="196512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6"/>
              <p:cNvSpPr/>
              <p:nvPr/>
            </p:nvSpPr>
            <p:spPr>
              <a:xfrm>
                <a:off x="885100" y="267879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6"/>
              <p:cNvSpPr/>
              <p:nvPr/>
            </p:nvSpPr>
            <p:spPr>
              <a:xfrm>
                <a:off x="813732" y="337148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6"/>
              <p:cNvSpPr/>
              <p:nvPr/>
            </p:nvSpPr>
            <p:spPr>
              <a:xfrm>
                <a:off x="742364" y="408515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6"/>
              <p:cNvSpPr/>
              <p:nvPr/>
            </p:nvSpPr>
            <p:spPr>
              <a:xfrm>
                <a:off x="670997" y="479883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6"/>
              <p:cNvSpPr/>
              <p:nvPr/>
            </p:nvSpPr>
            <p:spPr>
              <a:xfrm>
                <a:off x="599629" y="55125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6"/>
              <p:cNvSpPr/>
              <p:nvPr/>
            </p:nvSpPr>
            <p:spPr>
              <a:xfrm>
                <a:off x="528262" y="622618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6"/>
              <p:cNvSpPr/>
              <p:nvPr/>
            </p:nvSpPr>
            <p:spPr>
              <a:xfrm>
                <a:off x="456894" y="693985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6"/>
              <p:cNvSpPr/>
              <p:nvPr/>
            </p:nvSpPr>
            <p:spPr>
              <a:xfrm>
                <a:off x="389725" y="765353"/>
                <a:ext cx="420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6"/>
              <p:cNvSpPr/>
              <p:nvPr/>
            </p:nvSpPr>
            <p:spPr>
              <a:xfrm>
                <a:off x="899793" y="139837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6"/>
              <p:cNvSpPr/>
              <p:nvPr/>
            </p:nvSpPr>
            <p:spPr>
              <a:xfrm>
                <a:off x="828425" y="211205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6"/>
              <p:cNvSpPr/>
              <p:nvPr/>
            </p:nvSpPr>
            <p:spPr>
              <a:xfrm>
                <a:off x="754959" y="280473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6"/>
              <p:cNvSpPr/>
              <p:nvPr/>
            </p:nvSpPr>
            <p:spPr>
              <a:xfrm>
                <a:off x="683591" y="351841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6"/>
              <p:cNvSpPr/>
              <p:nvPr/>
            </p:nvSpPr>
            <p:spPr>
              <a:xfrm>
                <a:off x="612224" y="421109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6"/>
              <p:cNvSpPr/>
              <p:nvPr/>
            </p:nvSpPr>
            <p:spPr>
              <a:xfrm>
                <a:off x="542955" y="492477"/>
                <a:ext cx="461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6"/>
              <p:cNvSpPr/>
              <p:nvPr/>
            </p:nvSpPr>
            <p:spPr>
              <a:xfrm>
                <a:off x="471587" y="563845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6"/>
              <p:cNvSpPr/>
              <p:nvPr/>
            </p:nvSpPr>
            <p:spPr>
              <a:xfrm>
                <a:off x="400220" y="635212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6"/>
              <p:cNvSpPr/>
              <p:nvPr/>
            </p:nvSpPr>
            <p:spPr>
              <a:xfrm>
                <a:off x="328852" y="70658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6"/>
              <p:cNvSpPr/>
              <p:nvPr/>
            </p:nvSpPr>
            <p:spPr>
              <a:xfrm>
                <a:off x="841020" y="81064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6"/>
              <p:cNvSpPr/>
              <p:nvPr/>
            </p:nvSpPr>
            <p:spPr>
              <a:xfrm>
                <a:off x="767553" y="150333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6"/>
              <p:cNvSpPr/>
              <p:nvPr/>
            </p:nvSpPr>
            <p:spPr>
              <a:xfrm>
                <a:off x="696185" y="22170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6"/>
              <p:cNvSpPr/>
              <p:nvPr/>
            </p:nvSpPr>
            <p:spPr>
              <a:xfrm>
                <a:off x="626917" y="293068"/>
                <a:ext cx="461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6"/>
              <p:cNvSpPr/>
              <p:nvPr/>
            </p:nvSpPr>
            <p:spPr>
              <a:xfrm>
                <a:off x="555549" y="364435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6"/>
              <p:cNvSpPr/>
              <p:nvPr/>
            </p:nvSpPr>
            <p:spPr>
              <a:xfrm>
                <a:off x="484182" y="435803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6"/>
              <p:cNvSpPr/>
              <p:nvPr/>
            </p:nvSpPr>
            <p:spPr>
              <a:xfrm>
                <a:off x="412814" y="507170"/>
                <a:ext cx="48279" cy="461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6"/>
              <p:cNvSpPr/>
              <p:nvPr/>
            </p:nvSpPr>
            <p:spPr>
              <a:xfrm>
                <a:off x="341447" y="576439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6"/>
              <p:cNvSpPr/>
              <p:nvPr/>
            </p:nvSpPr>
            <p:spPr>
              <a:xfrm>
                <a:off x="270079" y="647806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p6"/>
              <p:cNvSpPr/>
              <p:nvPr/>
            </p:nvSpPr>
            <p:spPr>
              <a:xfrm>
                <a:off x="782246" y="22291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6"/>
              <p:cNvSpPr/>
              <p:nvPr/>
            </p:nvSpPr>
            <p:spPr>
              <a:xfrm>
                <a:off x="710879" y="93658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6"/>
              <p:cNvSpPr/>
              <p:nvPr/>
            </p:nvSpPr>
            <p:spPr>
              <a:xfrm>
                <a:off x="641610" y="167125"/>
                <a:ext cx="44100" cy="420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6"/>
              <p:cNvSpPr/>
              <p:nvPr/>
            </p:nvSpPr>
            <p:spPr>
              <a:xfrm>
                <a:off x="570243" y="236393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6"/>
              <p:cNvSpPr/>
              <p:nvPr/>
            </p:nvSpPr>
            <p:spPr>
              <a:xfrm>
                <a:off x="496776" y="305662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6"/>
              <p:cNvSpPr/>
              <p:nvPr/>
            </p:nvSpPr>
            <p:spPr>
              <a:xfrm>
                <a:off x="425408" y="37703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6"/>
              <p:cNvSpPr/>
              <p:nvPr/>
            </p:nvSpPr>
            <p:spPr>
              <a:xfrm>
                <a:off x="356140" y="448397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6"/>
              <p:cNvSpPr/>
              <p:nvPr/>
            </p:nvSpPr>
            <p:spPr>
              <a:xfrm>
                <a:off x="284772" y="519765"/>
                <a:ext cx="461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6"/>
              <p:cNvSpPr/>
              <p:nvPr/>
            </p:nvSpPr>
            <p:spPr>
              <a:xfrm>
                <a:off x="213405" y="591132"/>
                <a:ext cx="48278" cy="461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6"/>
              <p:cNvSpPr/>
              <p:nvPr/>
            </p:nvSpPr>
            <p:spPr>
              <a:xfrm>
                <a:off x="723473" y="-36482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6"/>
              <p:cNvSpPr/>
              <p:nvPr/>
            </p:nvSpPr>
            <p:spPr>
              <a:xfrm>
                <a:off x="652105" y="34885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6"/>
              <p:cNvSpPr/>
              <p:nvPr/>
            </p:nvSpPr>
            <p:spPr>
              <a:xfrm>
                <a:off x="582837" y="108352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6"/>
              <p:cNvSpPr/>
              <p:nvPr/>
            </p:nvSpPr>
            <p:spPr>
              <a:xfrm>
                <a:off x="511469" y="179719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6"/>
              <p:cNvSpPr/>
              <p:nvPr/>
            </p:nvSpPr>
            <p:spPr>
              <a:xfrm>
                <a:off x="440102" y="248988"/>
                <a:ext cx="46179" cy="461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6"/>
              <p:cNvSpPr/>
              <p:nvPr/>
            </p:nvSpPr>
            <p:spPr>
              <a:xfrm>
                <a:off x="368734" y="318256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6"/>
              <p:cNvSpPr/>
              <p:nvPr/>
            </p:nvSpPr>
            <p:spPr>
              <a:xfrm>
                <a:off x="297367" y="389624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6"/>
              <p:cNvSpPr/>
              <p:nvPr/>
            </p:nvSpPr>
            <p:spPr>
              <a:xfrm>
                <a:off x="225999" y="460991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p6"/>
              <p:cNvSpPr/>
              <p:nvPr/>
            </p:nvSpPr>
            <p:spPr>
              <a:xfrm>
                <a:off x="154631" y="532359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6"/>
              <p:cNvSpPr/>
              <p:nvPr/>
            </p:nvSpPr>
            <p:spPr>
              <a:xfrm>
                <a:off x="664700" y="-93157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6"/>
              <p:cNvSpPr/>
              <p:nvPr/>
            </p:nvSpPr>
            <p:spPr>
              <a:xfrm>
                <a:off x="593332" y="-23888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p6"/>
              <p:cNvSpPr/>
              <p:nvPr/>
            </p:nvSpPr>
            <p:spPr>
              <a:xfrm>
                <a:off x="524064" y="47479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p6"/>
              <p:cNvSpPr/>
              <p:nvPr/>
            </p:nvSpPr>
            <p:spPr>
              <a:xfrm>
                <a:off x="452696" y="118847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6"/>
              <p:cNvSpPr/>
              <p:nvPr/>
            </p:nvSpPr>
            <p:spPr>
              <a:xfrm>
                <a:off x="381328" y="190214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6"/>
              <p:cNvSpPr/>
              <p:nvPr/>
            </p:nvSpPr>
            <p:spPr>
              <a:xfrm>
                <a:off x="312060" y="263681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p6"/>
              <p:cNvSpPr/>
              <p:nvPr/>
            </p:nvSpPr>
            <p:spPr>
              <a:xfrm>
                <a:off x="238593" y="332950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6"/>
              <p:cNvSpPr/>
              <p:nvPr/>
            </p:nvSpPr>
            <p:spPr>
              <a:xfrm>
                <a:off x="167226" y="404317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6"/>
              <p:cNvSpPr/>
              <p:nvPr/>
            </p:nvSpPr>
            <p:spPr>
              <a:xfrm>
                <a:off x="97957" y="473586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6"/>
              <p:cNvSpPr/>
              <p:nvPr/>
            </p:nvSpPr>
            <p:spPr>
              <a:xfrm>
                <a:off x="608025" y="-151930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Google Shape;513;p6"/>
              <p:cNvSpPr/>
              <p:nvPr/>
            </p:nvSpPr>
            <p:spPr>
              <a:xfrm>
                <a:off x="536658" y="-80562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6"/>
              <p:cNvSpPr/>
              <p:nvPr/>
            </p:nvSpPr>
            <p:spPr>
              <a:xfrm>
                <a:off x="465290" y="-919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6"/>
              <p:cNvSpPr/>
              <p:nvPr/>
            </p:nvSpPr>
            <p:spPr>
              <a:xfrm>
                <a:off x="393923" y="62173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6"/>
              <p:cNvSpPr/>
              <p:nvPr/>
            </p:nvSpPr>
            <p:spPr>
              <a:xfrm>
                <a:off x="322555" y="131441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" name="Google Shape;517;p6"/>
              <p:cNvSpPr/>
              <p:nvPr/>
            </p:nvSpPr>
            <p:spPr>
              <a:xfrm>
                <a:off x="255386" y="204908"/>
                <a:ext cx="420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" name="Google Shape;518;p6"/>
              <p:cNvSpPr/>
              <p:nvPr/>
            </p:nvSpPr>
            <p:spPr>
              <a:xfrm>
                <a:off x="184018" y="276275"/>
                <a:ext cx="420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6"/>
              <p:cNvSpPr/>
              <p:nvPr/>
            </p:nvSpPr>
            <p:spPr>
              <a:xfrm>
                <a:off x="110552" y="345544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6"/>
              <p:cNvSpPr/>
              <p:nvPr/>
            </p:nvSpPr>
            <p:spPr>
              <a:xfrm>
                <a:off x="39184" y="416911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1" name="Google Shape;521;p6"/>
            <p:cNvGrpSpPr/>
            <p:nvPr/>
          </p:nvGrpSpPr>
          <p:grpSpPr>
            <a:xfrm flipH="1">
              <a:off x="8329138" y="-639686"/>
              <a:ext cx="1507871" cy="1510263"/>
              <a:chOff x="39184" y="-151930"/>
              <a:chExt cx="1309825" cy="1311903"/>
            </a:xfrm>
          </p:grpSpPr>
          <p:sp>
            <p:nvSpPr>
              <p:cNvPr id="522" name="Google Shape;522;p6"/>
              <p:cNvSpPr/>
              <p:nvPr/>
            </p:nvSpPr>
            <p:spPr>
              <a:xfrm>
                <a:off x="1304909" y="54495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6"/>
              <p:cNvSpPr/>
              <p:nvPr/>
            </p:nvSpPr>
            <p:spPr>
              <a:xfrm>
                <a:off x="1231442" y="614221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6"/>
              <p:cNvSpPr/>
              <p:nvPr/>
            </p:nvSpPr>
            <p:spPr>
              <a:xfrm>
                <a:off x="1160075" y="685588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6"/>
              <p:cNvSpPr/>
              <p:nvPr/>
            </p:nvSpPr>
            <p:spPr>
              <a:xfrm>
                <a:off x="1088707" y="756956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6"/>
              <p:cNvSpPr/>
              <p:nvPr/>
            </p:nvSpPr>
            <p:spPr>
              <a:xfrm>
                <a:off x="1019439" y="828324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6"/>
              <p:cNvSpPr/>
              <p:nvPr/>
            </p:nvSpPr>
            <p:spPr>
              <a:xfrm>
                <a:off x="948072" y="899691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6"/>
              <p:cNvSpPr/>
              <p:nvPr/>
            </p:nvSpPr>
            <p:spPr>
              <a:xfrm>
                <a:off x="876704" y="968960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6"/>
              <p:cNvSpPr/>
              <p:nvPr/>
            </p:nvSpPr>
            <p:spPr>
              <a:xfrm>
                <a:off x="805336" y="1040328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6"/>
              <p:cNvSpPr/>
              <p:nvPr/>
            </p:nvSpPr>
            <p:spPr>
              <a:xfrm>
                <a:off x="733969" y="1111695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6"/>
              <p:cNvSpPr/>
              <p:nvPr/>
            </p:nvSpPr>
            <p:spPr>
              <a:xfrm>
                <a:off x="1244036" y="48618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6"/>
              <p:cNvSpPr/>
              <p:nvPr/>
            </p:nvSpPr>
            <p:spPr>
              <a:xfrm>
                <a:off x="1174769" y="557547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" name="Google Shape;533;p6"/>
              <p:cNvSpPr/>
              <p:nvPr/>
            </p:nvSpPr>
            <p:spPr>
              <a:xfrm>
                <a:off x="1105499" y="62891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6"/>
              <p:cNvSpPr/>
              <p:nvPr/>
            </p:nvSpPr>
            <p:spPr>
              <a:xfrm>
                <a:off x="1034132" y="70028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6"/>
              <p:cNvSpPr/>
              <p:nvPr/>
            </p:nvSpPr>
            <p:spPr>
              <a:xfrm>
                <a:off x="960666" y="76955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6"/>
              <p:cNvSpPr/>
              <p:nvPr/>
            </p:nvSpPr>
            <p:spPr>
              <a:xfrm>
                <a:off x="889298" y="840918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p6"/>
              <p:cNvSpPr/>
              <p:nvPr/>
            </p:nvSpPr>
            <p:spPr>
              <a:xfrm>
                <a:off x="817931" y="91228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6"/>
              <p:cNvSpPr/>
              <p:nvPr/>
            </p:nvSpPr>
            <p:spPr>
              <a:xfrm>
                <a:off x="748662" y="983653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6"/>
              <p:cNvSpPr/>
              <p:nvPr/>
            </p:nvSpPr>
            <p:spPr>
              <a:xfrm>
                <a:off x="677294" y="1052922"/>
                <a:ext cx="461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6"/>
              <p:cNvSpPr/>
              <p:nvPr/>
            </p:nvSpPr>
            <p:spPr>
              <a:xfrm>
                <a:off x="1187363" y="427407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6"/>
              <p:cNvSpPr/>
              <p:nvPr/>
            </p:nvSpPr>
            <p:spPr>
              <a:xfrm>
                <a:off x="1115995" y="498774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p6"/>
              <p:cNvSpPr/>
              <p:nvPr/>
            </p:nvSpPr>
            <p:spPr>
              <a:xfrm>
                <a:off x="1046726" y="572240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3" name="Google Shape;543;p6"/>
              <p:cNvSpPr/>
              <p:nvPr/>
            </p:nvSpPr>
            <p:spPr>
              <a:xfrm>
                <a:off x="975359" y="643608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6"/>
              <p:cNvSpPr/>
              <p:nvPr/>
            </p:nvSpPr>
            <p:spPr>
              <a:xfrm>
                <a:off x="901893" y="710777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6"/>
              <p:cNvSpPr/>
              <p:nvPr/>
            </p:nvSpPr>
            <p:spPr>
              <a:xfrm>
                <a:off x="832623" y="782145"/>
                <a:ext cx="46178" cy="482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" name="Google Shape;546;p6"/>
              <p:cNvSpPr/>
              <p:nvPr/>
            </p:nvSpPr>
            <p:spPr>
              <a:xfrm>
                <a:off x="761256" y="853512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" name="Google Shape;547;p6"/>
              <p:cNvSpPr/>
              <p:nvPr/>
            </p:nvSpPr>
            <p:spPr>
              <a:xfrm>
                <a:off x="689888" y="924880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6"/>
              <p:cNvSpPr/>
              <p:nvPr/>
            </p:nvSpPr>
            <p:spPr>
              <a:xfrm>
                <a:off x="618521" y="996247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6"/>
              <p:cNvSpPr/>
              <p:nvPr/>
            </p:nvSpPr>
            <p:spPr>
              <a:xfrm>
                <a:off x="1128589" y="370732"/>
                <a:ext cx="48279" cy="461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p6"/>
              <p:cNvSpPr/>
              <p:nvPr/>
            </p:nvSpPr>
            <p:spPr>
              <a:xfrm>
                <a:off x="1057221" y="440001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6"/>
              <p:cNvSpPr/>
              <p:nvPr/>
            </p:nvSpPr>
            <p:spPr>
              <a:xfrm>
                <a:off x="985854" y="511368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6"/>
              <p:cNvSpPr/>
              <p:nvPr/>
            </p:nvSpPr>
            <p:spPr>
              <a:xfrm>
                <a:off x="916585" y="582736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6"/>
              <p:cNvSpPr/>
              <p:nvPr/>
            </p:nvSpPr>
            <p:spPr>
              <a:xfrm>
                <a:off x="845218" y="654104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6"/>
              <p:cNvSpPr/>
              <p:nvPr/>
            </p:nvSpPr>
            <p:spPr>
              <a:xfrm>
                <a:off x="775949" y="727570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5" name="Google Shape;555;p6"/>
              <p:cNvSpPr/>
              <p:nvPr/>
            </p:nvSpPr>
            <p:spPr>
              <a:xfrm>
                <a:off x="702483" y="796839"/>
                <a:ext cx="48279" cy="461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6" name="Google Shape;556;p6"/>
              <p:cNvSpPr/>
              <p:nvPr/>
            </p:nvSpPr>
            <p:spPr>
              <a:xfrm>
                <a:off x="631115" y="866107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6"/>
              <p:cNvSpPr/>
              <p:nvPr/>
            </p:nvSpPr>
            <p:spPr>
              <a:xfrm>
                <a:off x="559747" y="93747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8" name="Google Shape;558;p6"/>
              <p:cNvSpPr/>
              <p:nvPr/>
            </p:nvSpPr>
            <p:spPr>
              <a:xfrm>
                <a:off x="1071915" y="311959"/>
                <a:ext cx="461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9" name="Google Shape;559;p6"/>
              <p:cNvSpPr/>
              <p:nvPr/>
            </p:nvSpPr>
            <p:spPr>
              <a:xfrm>
                <a:off x="1000547" y="383327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6"/>
              <p:cNvSpPr/>
              <p:nvPr/>
            </p:nvSpPr>
            <p:spPr>
              <a:xfrm>
                <a:off x="929180" y="454694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6"/>
              <p:cNvSpPr/>
              <p:nvPr/>
            </p:nvSpPr>
            <p:spPr>
              <a:xfrm>
                <a:off x="857812" y="523963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Google Shape;562;p6"/>
              <p:cNvSpPr/>
              <p:nvPr/>
            </p:nvSpPr>
            <p:spPr>
              <a:xfrm>
                <a:off x="786444" y="595330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3" name="Google Shape;563;p6"/>
              <p:cNvSpPr/>
              <p:nvPr/>
            </p:nvSpPr>
            <p:spPr>
              <a:xfrm>
                <a:off x="717176" y="66879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6"/>
              <p:cNvSpPr/>
              <p:nvPr/>
            </p:nvSpPr>
            <p:spPr>
              <a:xfrm>
                <a:off x="647907" y="740164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6"/>
              <p:cNvSpPr/>
              <p:nvPr/>
            </p:nvSpPr>
            <p:spPr>
              <a:xfrm>
                <a:off x="574441" y="809433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6"/>
              <p:cNvSpPr/>
              <p:nvPr/>
            </p:nvSpPr>
            <p:spPr>
              <a:xfrm>
                <a:off x="503073" y="880800"/>
                <a:ext cx="48278" cy="461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7" name="Google Shape;567;p6"/>
              <p:cNvSpPr/>
              <p:nvPr/>
            </p:nvSpPr>
            <p:spPr>
              <a:xfrm>
                <a:off x="1013141" y="253186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6"/>
              <p:cNvSpPr/>
              <p:nvPr/>
            </p:nvSpPr>
            <p:spPr>
              <a:xfrm>
                <a:off x="941774" y="324553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p6"/>
              <p:cNvSpPr/>
              <p:nvPr/>
            </p:nvSpPr>
            <p:spPr>
              <a:xfrm>
                <a:off x="870406" y="395921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" name="Google Shape;570;p6"/>
              <p:cNvSpPr/>
              <p:nvPr/>
            </p:nvSpPr>
            <p:spPr>
              <a:xfrm>
                <a:off x="799039" y="467288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571;p6"/>
              <p:cNvSpPr/>
              <p:nvPr/>
            </p:nvSpPr>
            <p:spPr>
              <a:xfrm>
                <a:off x="729770" y="538656"/>
                <a:ext cx="461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6"/>
              <p:cNvSpPr/>
              <p:nvPr/>
            </p:nvSpPr>
            <p:spPr>
              <a:xfrm>
                <a:off x="658403" y="60792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6"/>
              <p:cNvSpPr/>
              <p:nvPr/>
            </p:nvSpPr>
            <p:spPr>
              <a:xfrm>
                <a:off x="587035" y="679292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4" name="Google Shape;574;p6"/>
              <p:cNvSpPr/>
              <p:nvPr/>
            </p:nvSpPr>
            <p:spPr>
              <a:xfrm>
                <a:off x="515667" y="750660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575;p6"/>
              <p:cNvSpPr/>
              <p:nvPr/>
            </p:nvSpPr>
            <p:spPr>
              <a:xfrm>
                <a:off x="444300" y="822027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6"/>
              <p:cNvSpPr/>
              <p:nvPr/>
            </p:nvSpPr>
            <p:spPr>
              <a:xfrm>
                <a:off x="954368" y="196512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6"/>
              <p:cNvSpPr/>
              <p:nvPr/>
            </p:nvSpPr>
            <p:spPr>
              <a:xfrm>
                <a:off x="885100" y="267879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p6"/>
              <p:cNvSpPr/>
              <p:nvPr/>
            </p:nvSpPr>
            <p:spPr>
              <a:xfrm>
                <a:off x="813732" y="337148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9" name="Google Shape;579;p6"/>
              <p:cNvSpPr/>
              <p:nvPr/>
            </p:nvSpPr>
            <p:spPr>
              <a:xfrm>
                <a:off x="742364" y="408515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0" name="Google Shape;580;p6"/>
              <p:cNvSpPr/>
              <p:nvPr/>
            </p:nvSpPr>
            <p:spPr>
              <a:xfrm>
                <a:off x="670997" y="479883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1" name="Google Shape;581;p6"/>
              <p:cNvSpPr/>
              <p:nvPr/>
            </p:nvSpPr>
            <p:spPr>
              <a:xfrm>
                <a:off x="599629" y="55125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2" name="Google Shape;582;p6"/>
              <p:cNvSpPr/>
              <p:nvPr/>
            </p:nvSpPr>
            <p:spPr>
              <a:xfrm>
                <a:off x="528262" y="622618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3" name="Google Shape;583;p6"/>
              <p:cNvSpPr/>
              <p:nvPr/>
            </p:nvSpPr>
            <p:spPr>
              <a:xfrm>
                <a:off x="456894" y="693985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p6"/>
              <p:cNvSpPr/>
              <p:nvPr/>
            </p:nvSpPr>
            <p:spPr>
              <a:xfrm>
                <a:off x="389725" y="765353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6"/>
              <p:cNvSpPr/>
              <p:nvPr/>
            </p:nvSpPr>
            <p:spPr>
              <a:xfrm>
                <a:off x="899793" y="13983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Google Shape;586;p6"/>
              <p:cNvSpPr/>
              <p:nvPr/>
            </p:nvSpPr>
            <p:spPr>
              <a:xfrm>
                <a:off x="828425" y="21120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p6"/>
              <p:cNvSpPr/>
              <p:nvPr/>
            </p:nvSpPr>
            <p:spPr>
              <a:xfrm>
                <a:off x="754959" y="280473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6"/>
              <p:cNvSpPr/>
              <p:nvPr/>
            </p:nvSpPr>
            <p:spPr>
              <a:xfrm>
                <a:off x="683591" y="351841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6"/>
              <p:cNvSpPr/>
              <p:nvPr/>
            </p:nvSpPr>
            <p:spPr>
              <a:xfrm>
                <a:off x="612224" y="421109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6"/>
              <p:cNvSpPr/>
              <p:nvPr/>
            </p:nvSpPr>
            <p:spPr>
              <a:xfrm>
                <a:off x="542955" y="492477"/>
                <a:ext cx="461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6"/>
              <p:cNvSpPr/>
              <p:nvPr/>
            </p:nvSpPr>
            <p:spPr>
              <a:xfrm>
                <a:off x="471587" y="563845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6"/>
              <p:cNvSpPr/>
              <p:nvPr/>
            </p:nvSpPr>
            <p:spPr>
              <a:xfrm>
                <a:off x="400220" y="635212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6"/>
              <p:cNvSpPr/>
              <p:nvPr/>
            </p:nvSpPr>
            <p:spPr>
              <a:xfrm>
                <a:off x="328852" y="70658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4" name="Google Shape;594;p6"/>
              <p:cNvSpPr/>
              <p:nvPr/>
            </p:nvSpPr>
            <p:spPr>
              <a:xfrm>
                <a:off x="841020" y="81064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5" name="Google Shape;595;p6"/>
              <p:cNvSpPr/>
              <p:nvPr/>
            </p:nvSpPr>
            <p:spPr>
              <a:xfrm>
                <a:off x="767553" y="150333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6"/>
              <p:cNvSpPr/>
              <p:nvPr/>
            </p:nvSpPr>
            <p:spPr>
              <a:xfrm>
                <a:off x="696185" y="22170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6"/>
              <p:cNvSpPr/>
              <p:nvPr/>
            </p:nvSpPr>
            <p:spPr>
              <a:xfrm>
                <a:off x="626917" y="293068"/>
                <a:ext cx="461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8" name="Google Shape;598;p6"/>
              <p:cNvSpPr/>
              <p:nvPr/>
            </p:nvSpPr>
            <p:spPr>
              <a:xfrm>
                <a:off x="555549" y="364435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9" name="Google Shape;599;p6"/>
              <p:cNvSpPr/>
              <p:nvPr/>
            </p:nvSpPr>
            <p:spPr>
              <a:xfrm>
                <a:off x="484182" y="435803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0" name="Google Shape;600;p6"/>
              <p:cNvSpPr/>
              <p:nvPr/>
            </p:nvSpPr>
            <p:spPr>
              <a:xfrm>
                <a:off x="412814" y="507170"/>
                <a:ext cx="48279" cy="461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p6"/>
              <p:cNvSpPr/>
              <p:nvPr/>
            </p:nvSpPr>
            <p:spPr>
              <a:xfrm>
                <a:off x="341447" y="576439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Google Shape;602;p6"/>
              <p:cNvSpPr/>
              <p:nvPr/>
            </p:nvSpPr>
            <p:spPr>
              <a:xfrm>
                <a:off x="270079" y="647806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3" name="Google Shape;603;p6"/>
              <p:cNvSpPr/>
              <p:nvPr/>
            </p:nvSpPr>
            <p:spPr>
              <a:xfrm>
                <a:off x="782246" y="22291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6"/>
              <p:cNvSpPr/>
              <p:nvPr/>
            </p:nvSpPr>
            <p:spPr>
              <a:xfrm>
                <a:off x="710879" y="93658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6"/>
              <p:cNvSpPr/>
              <p:nvPr/>
            </p:nvSpPr>
            <p:spPr>
              <a:xfrm>
                <a:off x="641610" y="167125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Google Shape;606;p6"/>
              <p:cNvSpPr/>
              <p:nvPr/>
            </p:nvSpPr>
            <p:spPr>
              <a:xfrm>
                <a:off x="570243" y="23639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7" name="Google Shape;607;p6"/>
              <p:cNvSpPr/>
              <p:nvPr/>
            </p:nvSpPr>
            <p:spPr>
              <a:xfrm>
                <a:off x="496776" y="305662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6"/>
              <p:cNvSpPr/>
              <p:nvPr/>
            </p:nvSpPr>
            <p:spPr>
              <a:xfrm>
                <a:off x="425408" y="37703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6"/>
              <p:cNvSpPr/>
              <p:nvPr/>
            </p:nvSpPr>
            <p:spPr>
              <a:xfrm>
                <a:off x="356140" y="448397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0" name="Google Shape;610;p6"/>
              <p:cNvSpPr/>
              <p:nvPr/>
            </p:nvSpPr>
            <p:spPr>
              <a:xfrm>
                <a:off x="284772" y="519765"/>
                <a:ext cx="461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1" name="Google Shape;611;p6"/>
              <p:cNvSpPr/>
              <p:nvPr/>
            </p:nvSpPr>
            <p:spPr>
              <a:xfrm>
                <a:off x="213405" y="591132"/>
                <a:ext cx="48278" cy="461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6"/>
              <p:cNvSpPr/>
              <p:nvPr/>
            </p:nvSpPr>
            <p:spPr>
              <a:xfrm>
                <a:off x="723473" y="-36482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p6"/>
              <p:cNvSpPr/>
              <p:nvPr/>
            </p:nvSpPr>
            <p:spPr>
              <a:xfrm>
                <a:off x="652105" y="34885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6"/>
              <p:cNvSpPr/>
              <p:nvPr/>
            </p:nvSpPr>
            <p:spPr>
              <a:xfrm>
                <a:off x="582837" y="10835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" name="Google Shape;615;p6"/>
              <p:cNvSpPr/>
              <p:nvPr/>
            </p:nvSpPr>
            <p:spPr>
              <a:xfrm>
                <a:off x="511469" y="179719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6"/>
              <p:cNvSpPr/>
              <p:nvPr/>
            </p:nvSpPr>
            <p:spPr>
              <a:xfrm>
                <a:off x="440102" y="248988"/>
                <a:ext cx="46179" cy="461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6"/>
              <p:cNvSpPr/>
              <p:nvPr/>
            </p:nvSpPr>
            <p:spPr>
              <a:xfrm>
                <a:off x="368734" y="318256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8" name="Google Shape;618;p6"/>
              <p:cNvSpPr/>
              <p:nvPr/>
            </p:nvSpPr>
            <p:spPr>
              <a:xfrm>
                <a:off x="297367" y="389624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9" name="Google Shape;619;p6"/>
              <p:cNvSpPr/>
              <p:nvPr/>
            </p:nvSpPr>
            <p:spPr>
              <a:xfrm>
                <a:off x="225999" y="460991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6"/>
              <p:cNvSpPr/>
              <p:nvPr/>
            </p:nvSpPr>
            <p:spPr>
              <a:xfrm>
                <a:off x="154631" y="532359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6"/>
              <p:cNvSpPr/>
              <p:nvPr/>
            </p:nvSpPr>
            <p:spPr>
              <a:xfrm>
                <a:off x="664700" y="-93157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2" name="Google Shape;622;p6"/>
              <p:cNvSpPr/>
              <p:nvPr/>
            </p:nvSpPr>
            <p:spPr>
              <a:xfrm>
                <a:off x="593332" y="-23888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6"/>
              <p:cNvSpPr/>
              <p:nvPr/>
            </p:nvSpPr>
            <p:spPr>
              <a:xfrm>
                <a:off x="524064" y="47479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6"/>
              <p:cNvSpPr/>
              <p:nvPr/>
            </p:nvSpPr>
            <p:spPr>
              <a:xfrm>
                <a:off x="452696" y="118847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6"/>
              <p:cNvSpPr/>
              <p:nvPr/>
            </p:nvSpPr>
            <p:spPr>
              <a:xfrm>
                <a:off x="381328" y="190214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6"/>
              <p:cNvSpPr/>
              <p:nvPr/>
            </p:nvSpPr>
            <p:spPr>
              <a:xfrm>
                <a:off x="312060" y="263681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" name="Google Shape;627;p6"/>
              <p:cNvSpPr/>
              <p:nvPr/>
            </p:nvSpPr>
            <p:spPr>
              <a:xfrm>
                <a:off x="238593" y="332950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6"/>
              <p:cNvSpPr/>
              <p:nvPr/>
            </p:nvSpPr>
            <p:spPr>
              <a:xfrm>
                <a:off x="167226" y="404317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6"/>
              <p:cNvSpPr/>
              <p:nvPr/>
            </p:nvSpPr>
            <p:spPr>
              <a:xfrm>
                <a:off x="97957" y="473586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" name="Google Shape;630;p6"/>
              <p:cNvSpPr/>
              <p:nvPr/>
            </p:nvSpPr>
            <p:spPr>
              <a:xfrm>
                <a:off x="608025" y="-151930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" name="Google Shape;631;p6"/>
              <p:cNvSpPr/>
              <p:nvPr/>
            </p:nvSpPr>
            <p:spPr>
              <a:xfrm>
                <a:off x="536658" y="-80562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6"/>
              <p:cNvSpPr/>
              <p:nvPr/>
            </p:nvSpPr>
            <p:spPr>
              <a:xfrm>
                <a:off x="465290" y="-919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6"/>
              <p:cNvSpPr/>
              <p:nvPr/>
            </p:nvSpPr>
            <p:spPr>
              <a:xfrm>
                <a:off x="393923" y="62173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p6"/>
              <p:cNvSpPr/>
              <p:nvPr/>
            </p:nvSpPr>
            <p:spPr>
              <a:xfrm>
                <a:off x="322555" y="131441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5" name="Google Shape;635;p6"/>
              <p:cNvSpPr/>
              <p:nvPr/>
            </p:nvSpPr>
            <p:spPr>
              <a:xfrm>
                <a:off x="255386" y="204908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6"/>
              <p:cNvSpPr/>
              <p:nvPr/>
            </p:nvSpPr>
            <p:spPr>
              <a:xfrm>
                <a:off x="184018" y="276275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6"/>
              <p:cNvSpPr/>
              <p:nvPr/>
            </p:nvSpPr>
            <p:spPr>
              <a:xfrm>
                <a:off x="110552" y="345544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6"/>
              <p:cNvSpPr/>
              <p:nvPr/>
            </p:nvSpPr>
            <p:spPr>
              <a:xfrm>
                <a:off x="39184" y="416911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641" name="Google Shape;641;p7"/>
          <p:cNvSpPr txBox="1"/>
          <p:nvPr>
            <p:ph idx="1" type="body"/>
          </p:nvPr>
        </p:nvSpPr>
        <p:spPr>
          <a:xfrm>
            <a:off x="574125" y="1374625"/>
            <a:ext cx="3987300" cy="31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42" name="Google Shape;642;p7"/>
          <p:cNvSpPr/>
          <p:nvPr>
            <p:ph idx="2" type="pic"/>
          </p:nvPr>
        </p:nvSpPr>
        <p:spPr>
          <a:xfrm>
            <a:off x="4976975" y="1374425"/>
            <a:ext cx="3232800" cy="291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43" name="Google Shape;643;p7"/>
          <p:cNvSpPr/>
          <p:nvPr/>
        </p:nvSpPr>
        <p:spPr>
          <a:xfrm>
            <a:off x="8421714" y="4402286"/>
            <a:ext cx="740961" cy="740961"/>
          </a:xfrm>
          <a:custGeom>
            <a:rect b="b" l="l" r="r" t="t"/>
            <a:pathLst>
              <a:path extrusionOk="0" h="16944" w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rgbClr val="4C6A7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4" name="Google Shape;644;p7"/>
          <p:cNvGrpSpPr/>
          <p:nvPr/>
        </p:nvGrpSpPr>
        <p:grpSpPr>
          <a:xfrm flipH="1">
            <a:off x="-132630" y="3762788"/>
            <a:ext cx="1507871" cy="1510263"/>
            <a:chOff x="39184" y="-151930"/>
            <a:chExt cx="1309825" cy="1311903"/>
          </a:xfrm>
        </p:grpSpPr>
        <p:sp>
          <p:nvSpPr>
            <p:cNvPr id="645" name="Google Shape;645;p7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7"/>
            <p:cNvSpPr/>
            <p:nvPr/>
          </p:nvSpPr>
          <p:spPr>
            <a:xfrm>
              <a:off x="1231442" y="614221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7"/>
            <p:cNvSpPr/>
            <p:nvPr/>
          </p:nvSpPr>
          <p:spPr>
            <a:xfrm>
              <a:off x="1160075" y="68558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7"/>
            <p:cNvSpPr/>
            <p:nvPr/>
          </p:nvSpPr>
          <p:spPr>
            <a:xfrm>
              <a:off x="1088707" y="756956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7"/>
            <p:cNvSpPr/>
            <p:nvPr/>
          </p:nvSpPr>
          <p:spPr>
            <a:xfrm>
              <a:off x="1019439" y="828324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7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7"/>
            <p:cNvSpPr/>
            <p:nvPr/>
          </p:nvSpPr>
          <p:spPr>
            <a:xfrm>
              <a:off x="876704" y="96896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7"/>
            <p:cNvSpPr/>
            <p:nvPr/>
          </p:nvSpPr>
          <p:spPr>
            <a:xfrm>
              <a:off x="805336" y="104032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7"/>
            <p:cNvSpPr/>
            <p:nvPr/>
          </p:nvSpPr>
          <p:spPr>
            <a:xfrm>
              <a:off x="733969" y="111169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7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7"/>
            <p:cNvSpPr/>
            <p:nvPr/>
          </p:nvSpPr>
          <p:spPr>
            <a:xfrm>
              <a:off x="1174769" y="557547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7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7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7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7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7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7"/>
            <p:cNvSpPr/>
            <p:nvPr/>
          </p:nvSpPr>
          <p:spPr>
            <a:xfrm>
              <a:off x="748662" y="983653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7"/>
            <p:cNvSpPr/>
            <p:nvPr/>
          </p:nvSpPr>
          <p:spPr>
            <a:xfrm>
              <a:off x="677294" y="1052922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7"/>
            <p:cNvSpPr/>
            <p:nvPr/>
          </p:nvSpPr>
          <p:spPr>
            <a:xfrm>
              <a:off x="1187363" y="427407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7"/>
            <p:cNvSpPr/>
            <p:nvPr/>
          </p:nvSpPr>
          <p:spPr>
            <a:xfrm>
              <a:off x="1115995" y="49877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7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7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7"/>
            <p:cNvSpPr/>
            <p:nvPr/>
          </p:nvSpPr>
          <p:spPr>
            <a:xfrm>
              <a:off x="901893" y="71077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7"/>
            <p:cNvSpPr/>
            <p:nvPr/>
          </p:nvSpPr>
          <p:spPr>
            <a:xfrm>
              <a:off x="832623" y="782145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7"/>
            <p:cNvSpPr/>
            <p:nvPr/>
          </p:nvSpPr>
          <p:spPr>
            <a:xfrm>
              <a:off x="761256" y="85351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7"/>
            <p:cNvSpPr/>
            <p:nvPr/>
          </p:nvSpPr>
          <p:spPr>
            <a:xfrm>
              <a:off x="689888" y="92488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7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7"/>
            <p:cNvSpPr/>
            <p:nvPr/>
          </p:nvSpPr>
          <p:spPr>
            <a:xfrm>
              <a:off x="1128589" y="370732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7"/>
            <p:cNvSpPr/>
            <p:nvPr/>
          </p:nvSpPr>
          <p:spPr>
            <a:xfrm>
              <a:off x="1057221" y="44000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7"/>
            <p:cNvSpPr/>
            <p:nvPr/>
          </p:nvSpPr>
          <p:spPr>
            <a:xfrm>
              <a:off x="985854" y="51136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7"/>
            <p:cNvSpPr/>
            <p:nvPr/>
          </p:nvSpPr>
          <p:spPr>
            <a:xfrm>
              <a:off x="916585" y="58273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7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7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7"/>
            <p:cNvSpPr/>
            <p:nvPr/>
          </p:nvSpPr>
          <p:spPr>
            <a:xfrm>
              <a:off x="702483" y="796839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7"/>
            <p:cNvSpPr/>
            <p:nvPr/>
          </p:nvSpPr>
          <p:spPr>
            <a:xfrm>
              <a:off x="631115" y="86610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7"/>
            <p:cNvSpPr/>
            <p:nvPr/>
          </p:nvSpPr>
          <p:spPr>
            <a:xfrm>
              <a:off x="559747" y="93747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7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7"/>
            <p:cNvSpPr/>
            <p:nvPr/>
          </p:nvSpPr>
          <p:spPr>
            <a:xfrm>
              <a:off x="1000547" y="38332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7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7"/>
            <p:cNvSpPr/>
            <p:nvPr/>
          </p:nvSpPr>
          <p:spPr>
            <a:xfrm>
              <a:off x="857812" y="523963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7"/>
            <p:cNvSpPr/>
            <p:nvPr/>
          </p:nvSpPr>
          <p:spPr>
            <a:xfrm>
              <a:off x="786444" y="59533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7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7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7"/>
            <p:cNvSpPr/>
            <p:nvPr/>
          </p:nvSpPr>
          <p:spPr>
            <a:xfrm>
              <a:off x="574441" y="8094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7"/>
            <p:cNvSpPr/>
            <p:nvPr/>
          </p:nvSpPr>
          <p:spPr>
            <a:xfrm>
              <a:off x="503073" y="880800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7"/>
            <p:cNvSpPr/>
            <p:nvPr/>
          </p:nvSpPr>
          <p:spPr>
            <a:xfrm>
              <a:off x="1013141" y="25318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7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7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7"/>
            <p:cNvSpPr/>
            <p:nvPr/>
          </p:nvSpPr>
          <p:spPr>
            <a:xfrm>
              <a:off x="799039" y="46728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7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7"/>
            <p:cNvSpPr/>
            <p:nvPr/>
          </p:nvSpPr>
          <p:spPr>
            <a:xfrm>
              <a:off x="658403" y="60792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7"/>
            <p:cNvSpPr/>
            <p:nvPr/>
          </p:nvSpPr>
          <p:spPr>
            <a:xfrm>
              <a:off x="587035" y="67929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7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7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7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7"/>
            <p:cNvSpPr/>
            <p:nvPr/>
          </p:nvSpPr>
          <p:spPr>
            <a:xfrm>
              <a:off x="885100" y="267879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7"/>
            <p:cNvSpPr/>
            <p:nvPr/>
          </p:nvSpPr>
          <p:spPr>
            <a:xfrm>
              <a:off x="813732" y="337148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7"/>
            <p:cNvSpPr/>
            <p:nvPr/>
          </p:nvSpPr>
          <p:spPr>
            <a:xfrm>
              <a:off x="742364" y="408515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7"/>
            <p:cNvSpPr/>
            <p:nvPr/>
          </p:nvSpPr>
          <p:spPr>
            <a:xfrm>
              <a:off x="670997" y="47988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7"/>
            <p:cNvSpPr/>
            <p:nvPr/>
          </p:nvSpPr>
          <p:spPr>
            <a:xfrm>
              <a:off x="599629" y="5512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7"/>
            <p:cNvSpPr/>
            <p:nvPr/>
          </p:nvSpPr>
          <p:spPr>
            <a:xfrm>
              <a:off x="528262" y="622618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7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7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7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7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7"/>
            <p:cNvSpPr/>
            <p:nvPr/>
          </p:nvSpPr>
          <p:spPr>
            <a:xfrm>
              <a:off x="754959" y="280473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7"/>
            <p:cNvSpPr/>
            <p:nvPr/>
          </p:nvSpPr>
          <p:spPr>
            <a:xfrm>
              <a:off x="683591" y="35184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7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7"/>
            <p:cNvSpPr/>
            <p:nvPr/>
          </p:nvSpPr>
          <p:spPr>
            <a:xfrm>
              <a:off x="542955" y="492477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7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7"/>
            <p:cNvSpPr/>
            <p:nvPr/>
          </p:nvSpPr>
          <p:spPr>
            <a:xfrm>
              <a:off x="400220" y="63521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7"/>
            <p:cNvSpPr/>
            <p:nvPr/>
          </p:nvSpPr>
          <p:spPr>
            <a:xfrm>
              <a:off x="328852" y="7065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7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7"/>
            <p:cNvSpPr/>
            <p:nvPr/>
          </p:nvSpPr>
          <p:spPr>
            <a:xfrm>
              <a:off x="767553" y="1503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7"/>
            <p:cNvSpPr/>
            <p:nvPr/>
          </p:nvSpPr>
          <p:spPr>
            <a:xfrm>
              <a:off x="696185" y="22170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7"/>
            <p:cNvSpPr/>
            <p:nvPr/>
          </p:nvSpPr>
          <p:spPr>
            <a:xfrm>
              <a:off x="626917" y="293068"/>
              <a:ext cx="461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7"/>
            <p:cNvSpPr/>
            <p:nvPr/>
          </p:nvSpPr>
          <p:spPr>
            <a:xfrm>
              <a:off x="555549" y="36443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7"/>
            <p:cNvSpPr/>
            <p:nvPr/>
          </p:nvSpPr>
          <p:spPr>
            <a:xfrm>
              <a:off x="484182" y="435803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7"/>
            <p:cNvSpPr/>
            <p:nvPr/>
          </p:nvSpPr>
          <p:spPr>
            <a:xfrm>
              <a:off x="412814" y="507170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7"/>
            <p:cNvSpPr/>
            <p:nvPr/>
          </p:nvSpPr>
          <p:spPr>
            <a:xfrm>
              <a:off x="341447" y="576439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7"/>
            <p:cNvSpPr/>
            <p:nvPr/>
          </p:nvSpPr>
          <p:spPr>
            <a:xfrm>
              <a:off x="270079" y="64780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7"/>
            <p:cNvSpPr/>
            <p:nvPr/>
          </p:nvSpPr>
          <p:spPr>
            <a:xfrm>
              <a:off x="782246" y="22291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7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7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7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7"/>
            <p:cNvSpPr/>
            <p:nvPr/>
          </p:nvSpPr>
          <p:spPr>
            <a:xfrm>
              <a:off x="496776" y="30566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7"/>
            <p:cNvSpPr/>
            <p:nvPr/>
          </p:nvSpPr>
          <p:spPr>
            <a:xfrm>
              <a:off x="425408" y="37703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7"/>
            <p:cNvSpPr/>
            <p:nvPr/>
          </p:nvSpPr>
          <p:spPr>
            <a:xfrm>
              <a:off x="356140" y="448397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7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7"/>
            <p:cNvSpPr/>
            <p:nvPr/>
          </p:nvSpPr>
          <p:spPr>
            <a:xfrm>
              <a:off x="213405" y="591132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7"/>
            <p:cNvSpPr/>
            <p:nvPr/>
          </p:nvSpPr>
          <p:spPr>
            <a:xfrm>
              <a:off x="723473" y="-3648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7"/>
            <p:cNvSpPr/>
            <p:nvPr/>
          </p:nvSpPr>
          <p:spPr>
            <a:xfrm>
              <a:off x="652105" y="3488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7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7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7"/>
            <p:cNvSpPr/>
            <p:nvPr/>
          </p:nvSpPr>
          <p:spPr>
            <a:xfrm>
              <a:off x="440102" y="248988"/>
              <a:ext cx="461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7"/>
            <p:cNvSpPr/>
            <p:nvPr/>
          </p:nvSpPr>
          <p:spPr>
            <a:xfrm>
              <a:off x="368734" y="31825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7"/>
            <p:cNvSpPr/>
            <p:nvPr/>
          </p:nvSpPr>
          <p:spPr>
            <a:xfrm>
              <a:off x="297367" y="38962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7"/>
            <p:cNvSpPr/>
            <p:nvPr/>
          </p:nvSpPr>
          <p:spPr>
            <a:xfrm>
              <a:off x="225999" y="46099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7"/>
            <p:cNvSpPr/>
            <p:nvPr/>
          </p:nvSpPr>
          <p:spPr>
            <a:xfrm>
              <a:off x="154631" y="532359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7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7"/>
            <p:cNvSpPr/>
            <p:nvPr/>
          </p:nvSpPr>
          <p:spPr>
            <a:xfrm>
              <a:off x="593332" y="-2388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7"/>
            <p:cNvSpPr/>
            <p:nvPr/>
          </p:nvSpPr>
          <p:spPr>
            <a:xfrm>
              <a:off x="524064" y="47479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7"/>
            <p:cNvSpPr/>
            <p:nvPr/>
          </p:nvSpPr>
          <p:spPr>
            <a:xfrm>
              <a:off x="452696" y="1188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7"/>
            <p:cNvSpPr/>
            <p:nvPr/>
          </p:nvSpPr>
          <p:spPr>
            <a:xfrm>
              <a:off x="381328" y="19021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7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7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7"/>
            <p:cNvSpPr/>
            <p:nvPr/>
          </p:nvSpPr>
          <p:spPr>
            <a:xfrm>
              <a:off x="167226" y="404317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7"/>
            <p:cNvSpPr/>
            <p:nvPr/>
          </p:nvSpPr>
          <p:spPr>
            <a:xfrm>
              <a:off x="97957" y="47358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7"/>
            <p:cNvSpPr/>
            <p:nvPr/>
          </p:nvSpPr>
          <p:spPr>
            <a:xfrm>
              <a:off x="608025" y="-15193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7"/>
            <p:cNvSpPr/>
            <p:nvPr/>
          </p:nvSpPr>
          <p:spPr>
            <a:xfrm>
              <a:off x="536658" y="-80562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7"/>
            <p:cNvSpPr/>
            <p:nvPr/>
          </p:nvSpPr>
          <p:spPr>
            <a:xfrm>
              <a:off x="465290" y="-919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7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7"/>
            <p:cNvSpPr/>
            <p:nvPr/>
          </p:nvSpPr>
          <p:spPr>
            <a:xfrm>
              <a:off x="322555" y="13144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7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7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7"/>
            <p:cNvSpPr/>
            <p:nvPr/>
          </p:nvSpPr>
          <p:spPr>
            <a:xfrm>
              <a:off x="110552" y="34554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7"/>
            <p:cNvSpPr/>
            <p:nvPr/>
          </p:nvSpPr>
          <p:spPr>
            <a:xfrm>
              <a:off x="39184" y="41691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9"/>
          <p:cNvSpPr txBox="1"/>
          <p:nvPr>
            <p:ph idx="1" type="subTitle"/>
          </p:nvPr>
        </p:nvSpPr>
        <p:spPr>
          <a:xfrm>
            <a:off x="720068" y="2912750"/>
            <a:ext cx="3841500" cy="11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66" name="Google Shape;766;p9"/>
          <p:cNvSpPr txBox="1"/>
          <p:nvPr>
            <p:ph type="title"/>
          </p:nvPr>
        </p:nvSpPr>
        <p:spPr>
          <a:xfrm>
            <a:off x="720000" y="880850"/>
            <a:ext cx="3841500" cy="2031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grpSp>
        <p:nvGrpSpPr>
          <p:cNvPr id="767" name="Google Shape;767;p9"/>
          <p:cNvGrpSpPr/>
          <p:nvPr/>
        </p:nvGrpSpPr>
        <p:grpSpPr>
          <a:xfrm>
            <a:off x="-684423" y="-1789571"/>
            <a:ext cx="10430491" cy="7512343"/>
            <a:chOff x="-684423" y="-1789571"/>
            <a:chExt cx="10430491" cy="7512343"/>
          </a:xfrm>
        </p:grpSpPr>
        <p:grpSp>
          <p:nvGrpSpPr>
            <p:cNvPr id="768" name="Google Shape;768;p9"/>
            <p:cNvGrpSpPr/>
            <p:nvPr/>
          </p:nvGrpSpPr>
          <p:grpSpPr>
            <a:xfrm>
              <a:off x="7144492" y="3147242"/>
              <a:ext cx="2300520" cy="2575530"/>
              <a:chOff x="3238240" y="323850"/>
              <a:chExt cx="1739919" cy="1947912"/>
            </a:xfrm>
          </p:grpSpPr>
          <p:sp>
            <p:nvSpPr>
              <p:cNvPr id="769" name="Google Shape;769;p9"/>
              <p:cNvSpPr/>
              <p:nvPr/>
            </p:nvSpPr>
            <p:spPr>
              <a:xfrm>
                <a:off x="3238240" y="323850"/>
                <a:ext cx="1654154" cy="1947912"/>
              </a:xfrm>
              <a:custGeom>
                <a:rect b="b" l="l" r="r" t="t"/>
                <a:pathLst>
                  <a:path extrusionOk="0" h="58876" w="50016">
                    <a:moveTo>
                      <a:pt x="50016" y="49881"/>
                    </a:moveTo>
                    <a:lnTo>
                      <a:pt x="135" y="0"/>
                    </a:lnTo>
                    <a:lnTo>
                      <a:pt x="0" y="29959"/>
                    </a:lnTo>
                    <a:lnTo>
                      <a:pt x="26668" y="56627"/>
                    </a:lnTo>
                    <a:cubicBezTo>
                      <a:pt x="28107" y="58067"/>
                      <a:pt x="30060" y="58876"/>
                      <a:pt x="32096" y="58876"/>
                    </a:cubicBezTo>
                    <a:lnTo>
                      <a:pt x="49927" y="58876"/>
                    </a:lnTo>
                    <a:lnTo>
                      <a:pt x="50016" y="49881"/>
                    </a:ln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" name="Google Shape;770;p9"/>
              <p:cNvSpPr/>
              <p:nvPr/>
            </p:nvSpPr>
            <p:spPr>
              <a:xfrm>
                <a:off x="4036753" y="947738"/>
                <a:ext cx="941406" cy="657233"/>
              </a:xfrm>
              <a:custGeom>
                <a:rect b="b" l="l" r="r" t="t"/>
                <a:pathLst>
                  <a:path extrusionOk="0" h="19847" w="28452">
                    <a:moveTo>
                      <a:pt x="0" y="5307"/>
                    </a:moveTo>
                    <a:lnTo>
                      <a:pt x="0" y="5307"/>
                    </a:lnTo>
                    <a:cubicBezTo>
                      <a:pt x="5307" y="0"/>
                      <a:pt x="13912" y="0"/>
                      <a:pt x="19219" y="5307"/>
                    </a:cubicBezTo>
                    <a:lnTo>
                      <a:pt x="28452" y="14540"/>
                    </a:lnTo>
                    <a:lnTo>
                      <a:pt x="28452" y="14540"/>
                    </a:lnTo>
                    <a:cubicBezTo>
                      <a:pt x="23144" y="19847"/>
                      <a:pt x="14540" y="19847"/>
                      <a:pt x="9232" y="14540"/>
                    </a:cubicBezTo>
                    <a:lnTo>
                      <a:pt x="0" y="5307"/>
                    </a:ln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" name="Google Shape;771;p9"/>
              <p:cNvSpPr/>
              <p:nvPr/>
            </p:nvSpPr>
            <p:spPr>
              <a:xfrm>
                <a:off x="3724015" y="1260475"/>
                <a:ext cx="941406" cy="657233"/>
              </a:xfrm>
              <a:custGeom>
                <a:rect b="b" l="l" r="r" t="t"/>
                <a:pathLst>
                  <a:path extrusionOk="0" h="19847" w="28452">
                    <a:moveTo>
                      <a:pt x="0" y="5308"/>
                    </a:moveTo>
                    <a:lnTo>
                      <a:pt x="0" y="5308"/>
                    </a:lnTo>
                    <a:cubicBezTo>
                      <a:pt x="5308" y="0"/>
                      <a:pt x="13912" y="0"/>
                      <a:pt x="19220" y="5307"/>
                    </a:cubicBezTo>
                    <a:lnTo>
                      <a:pt x="28452" y="14540"/>
                    </a:lnTo>
                    <a:lnTo>
                      <a:pt x="28452" y="14540"/>
                    </a:lnTo>
                    <a:cubicBezTo>
                      <a:pt x="23145" y="19847"/>
                      <a:pt x="14540" y="19847"/>
                      <a:pt x="9233" y="14540"/>
                    </a:cubicBezTo>
                    <a:lnTo>
                      <a:pt x="0" y="5308"/>
                    </a:lnTo>
                    <a:close/>
                  </a:path>
                </a:pathLst>
              </a:custGeom>
              <a:solidFill>
                <a:srgbClr val="F0EBE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2" name="Google Shape;772;p9"/>
              <p:cNvSpPr/>
              <p:nvPr/>
            </p:nvSpPr>
            <p:spPr>
              <a:xfrm>
                <a:off x="4109778" y="1271588"/>
                <a:ext cx="403228" cy="403228"/>
              </a:xfrm>
              <a:custGeom>
                <a:rect b="b" l="l" r="r" t="t"/>
                <a:pathLst>
                  <a:path extrusionOk="0" h="12207" w="12207">
                    <a:moveTo>
                      <a:pt x="2664" y="9543"/>
                    </a:moveTo>
                    <a:cubicBezTo>
                      <a:pt x="5293" y="12173"/>
                      <a:pt x="9529" y="12207"/>
                      <a:pt x="12207" y="9655"/>
                    </a:cubicBezTo>
                    <a:lnTo>
                      <a:pt x="2552" y="0"/>
                    </a:lnTo>
                    <a:cubicBezTo>
                      <a:pt x="0" y="2678"/>
                      <a:pt x="34" y="6914"/>
                      <a:pt x="2664" y="9543"/>
                    </a:cubicBez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" name="Google Shape;773;p9"/>
              <p:cNvSpPr/>
              <p:nvPr/>
            </p:nvSpPr>
            <p:spPr>
              <a:xfrm>
                <a:off x="4192328" y="1189038"/>
                <a:ext cx="403225" cy="403225"/>
              </a:xfrm>
              <a:custGeom>
                <a:rect b="b" l="l" r="r" t="t"/>
                <a:pathLst>
                  <a:path extrusionOk="0" h="12206" w="12206">
                    <a:moveTo>
                      <a:pt x="9543" y="2663"/>
                    </a:moveTo>
                    <a:cubicBezTo>
                      <a:pt x="6913" y="34"/>
                      <a:pt x="2677" y="0"/>
                      <a:pt x="0" y="2551"/>
                    </a:cubicBezTo>
                    <a:lnTo>
                      <a:pt x="9655" y="12206"/>
                    </a:lnTo>
                    <a:cubicBezTo>
                      <a:pt x="12206" y="9529"/>
                      <a:pt x="12172" y="5293"/>
                      <a:pt x="9543" y="2663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74" name="Google Shape;774;p9"/>
            <p:cNvSpPr/>
            <p:nvPr/>
          </p:nvSpPr>
          <p:spPr>
            <a:xfrm>
              <a:off x="-684423" y="-1789571"/>
              <a:ext cx="2187200" cy="2575531"/>
            </a:xfrm>
            <a:custGeom>
              <a:rect b="b" l="l" r="r" t="t"/>
              <a:pathLst>
                <a:path extrusionOk="0" h="58876" w="50016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75" name="Google Shape;775;p9"/>
            <p:cNvGrpSpPr/>
            <p:nvPr/>
          </p:nvGrpSpPr>
          <p:grpSpPr>
            <a:xfrm flipH="1">
              <a:off x="8238198" y="-570847"/>
              <a:ext cx="1507871" cy="1510263"/>
              <a:chOff x="39184" y="-151930"/>
              <a:chExt cx="1309825" cy="1311903"/>
            </a:xfrm>
          </p:grpSpPr>
          <p:sp>
            <p:nvSpPr>
              <p:cNvPr id="776" name="Google Shape;776;p9"/>
              <p:cNvSpPr/>
              <p:nvPr/>
            </p:nvSpPr>
            <p:spPr>
              <a:xfrm>
                <a:off x="1304909" y="54495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" name="Google Shape;777;p9"/>
              <p:cNvSpPr/>
              <p:nvPr/>
            </p:nvSpPr>
            <p:spPr>
              <a:xfrm>
                <a:off x="1231442" y="614221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p9"/>
              <p:cNvSpPr/>
              <p:nvPr/>
            </p:nvSpPr>
            <p:spPr>
              <a:xfrm>
                <a:off x="1160075" y="685588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p9"/>
              <p:cNvSpPr/>
              <p:nvPr/>
            </p:nvSpPr>
            <p:spPr>
              <a:xfrm>
                <a:off x="1088707" y="756956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9"/>
              <p:cNvSpPr/>
              <p:nvPr/>
            </p:nvSpPr>
            <p:spPr>
              <a:xfrm>
                <a:off x="1019439" y="828324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1" name="Google Shape;781;p9"/>
              <p:cNvSpPr/>
              <p:nvPr/>
            </p:nvSpPr>
            <p:spPr>
              <a:xfrm>
                <a:off x="948072" y="899691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2" name="Google Shape;782;p9"/>
              <p:cNvSpPr/>
              <p:nvPr/>
            </p:nvSpPr>
            <p:spPr>
              <a:xfrm>
                <a:off x="876704" y="968960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3" name="Google Shape;783;p9"/>
              <p:cNvSpPr/>
              <p:nvPr/>
            </p:nvSpPr>
            <p:spPr>
              <a:xfrm>
                <a:off x="805336" y="1040328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784;p9"/>
              <p:cNvSpPr/>
              <p:nvPr/>
            </p:nvSpPr>
            <p:spPr>
              <a:xfrm>
                <a:off x="733969" y="1111695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9"/>
              <p:cNvSpPr/>
              <p:nvPr/>
            </p:nvSpPr>
            <p:spPr>
              <a:xfrm>
                <a:off x="1244036" y="48618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9"/>
              <p:cNvSpPr/>
              <p:nvPr/>
            </p:nvSpPr>
            <p:spPr>
              <a:xfrm>
                <a:off x="1174769" y="557547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p9"/>
              <p:cNvSpPr/>
              <p:nvPr/>
            </p:nvSpPr>
            <p:spPr>
              <a:xfrm>
                <a:off x="1105499" y="62891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8" name="Google Shape;788;p9"/>
              <p:cNvSpPr/>
              <p:nvPr/>
            </p:nvSpPr>
            <p:spPr>
              <a:xfrm>
                <a:off x="1034132" y="70028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9" name="Google Shape;789;p9"/>
              <p:cNvSpPr/>
              <p:nvPr/>
            </p:nvSpPr>
            <p:spPr>
              <a:xfrm>
                <a:off x="960666" y="76955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9"/>
              <p:cNvSpPr/>
              <p:nvPr/>
            </p:nvSpPr>
            <p:spPr>
              <a:xfrm>
                <a:off x="889298" y="840918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9"/>
              <p:cNvSpPr/>
              <p:nvPr/>
            </p:nvSpPr>
            <p:spPr>
              <a:xfrm>
                <a:off x="817931" y="91228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9"/>
              <p:cNvSpPr/>
              <p:nvPr/>
            </p:nvSpPr>
            <p:spPr>
              <a:xfrm>
                <a:off x="748662" y="983653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3" name="Google Shape;793;p9"/>
              <p:cNvSpPr/>
              <p:nvPr/>
            </p:nvSpPr>
            <p:spPr>
              <a:xfrm>
                <a:off x="677294" y="1052922"/>
                <a:ext cx="461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4" name="Google Shape;794;p9"/>
              <p:cNvSpPr/>
              <p:nvPr/>
            </p:nvSpPr>
            <p:spPr>
              <a:xfrm>
                <a:off x="1187363" y="427407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5" name="Google Shape;795;p9"/>
              <p:cNvSpPr/>
              <p:nvPr/>
            </p:nvSpPr>
            <p:spPr>
              <a:xfrm>
                <a:off x="1115995" y="498774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6" name="Google Shape;796;p9"/>
              <p:cNvSpPr/>
              <p:nvPr/>
            </p:nvSpPr>
            <p:spPr>
              <a:xfrm>
                <a:off x="1046726" y="572240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p9"/>
              <p:cNvSpPr/>
              <p:nvPr/>
            </p:nvSpPr>
            <p:spPr>
              <a:xfrm>
                <a:off x="975359" y="643608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8" name="Google Shape;798;p9"/>
              <p:cNvSpPr/>
              <p:nvPr/>
            </p:nvSpPr>
            <p:spPr>
              <a:xfrm>
                <a:off x="901893" y="710777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p9"/>
              <p:cNvSpPr/>
              <p:nvPr/>
            </p:nvSpPr>
            <p:spPr>
              <a:xfrm>
                <a:off x="832623" y="782145"/>
                <a:ext cx="46178" cy="482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9"/>
              <p:cNvSpPr/>
              <p:nvPr/>
            </p:nvSpPr>
            <p:spPr>
              <a:xfrm>
                <a:off x="761256" y="853512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9"/>
              <p:cNvSpPr/>
              <p:nvPr/>
            </p:nvSpPr>
            <p:spPr>
              <a:xfrm>
                <a:off x="689888" y="924880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2" name="Google Shape;802;p9"/>
              <p:cNvSpPr/>
              <p:nvPr/>
            </p:nvSpPr>
            <p:spPr>
              <a:xfrm>
                <a:off x="618521" y="996247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3" name="Google Shape;803;p9"/>
              <p:cNvSpPr/>
              <p:nvPr/>
            </p:nvSpPr>
            <p:spPr>
              <a:xfrm>
                <a:off x="1128589" y="370732"/>
                <a:ext cx="48279" cy="461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4" name="Google Shape;804;p9"/>
              <p:cNvSpPr/>
              <p:nvPr/>
            </p:nvSpPr>
            <p:spPr>
              <a:xfrm>
                <a:off x="1057221" y="440001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9"/>
              <p:cNvSpPr/>
              <p:nvPr/>
            </p:nvSpPr>
            <p:spPr>
              <a:xfrm>
                <a:off x="985854" y="511368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6" name="Google Shape;806;p9"/>
              <p:cNvSpPr/>
              <p:nvPr/>
            </p:nvSpPr>
            <p:spPr>
              <a:xfrm>
                <a:off x="916585" y="582736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7" name="Google Shape;807;p9"/>
              <p:cNvSpPr/>
              <p:nvPr/>
            </p:nvSpPr>
            <p:spPr>
              <a:xfrm>
                <a:off x="845218" y="654104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8" name="Google Shape;808;p9"/>
              <p:cNvSpPr/>
              <p:nvPr/>
            </p:nvSpPr>
            <p:spPr>
              <a:xfrm>
                <a:off x="775949" y="727570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9" name="Google Shape;809;p9"/>
              <p:cNvSpPr/>
              <p:nvPr/>
            </p:nvSpPr>
            <p:spPr>
              <a:xfrm>
                <a:off x="702483" y="796839"/>
                <a:ext cx="48279" cy="461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0" name="Google Shape;810;p9"/>
              <p:cNvSpPr/>
              <p:nvPr/>
            </p:nvSpPr>
            <p:spPr>
              <a:xfrm>
                <a:off x="631115" y="866107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1" name="Google Shape;811;p9"/>
              <p:cNvSpPr/>
              <p:nvPr/>
            </p:nvSpPr>
            <p:spPr>
              <a:xfrm>
                <a:off x="559747" y="93747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2" name="Google Shape;812;p9"/>
              <p:cNvSpPr/>
              <p:nvPr/>
            </p:nvSpPr>
            <p:spPr>
              <a:xfrm>
                <a:off x="1071915" y="311959"/>
                <a:ext cx="461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3" name="Google Shape;813;p9"/>
              <p:cNvSpPr/>
              <p:nvPr/>
            </p:nvSpPr>
            <p:spPr>
              <a:xfrm>
                <a:off x="1000547" y="383327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" name="Google Shape;814;p9"/>
              <p:cNvSpPr/>
              <p:nvPr/>
            </p:nvSpPr>
            <p:spPr>
              <a:xfrm>
                <a:off x="929180" y="454694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5" name="Google Shape;815;p9"/>
              <p:cNvSpPr/>
              <p:nvPr/>
            </p:nvSpPr>
            <p:spPr>
              <a:xfrm>
                <a:off x="857812" y="523963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6" name="Google Shape;816;p9"/>
              <p:cNvSpPr/>
              <p:nvPr/>
            </p:nvSpPr>
            <p:spPr>
              <a:xfrm>
                <a:off x="786444" y="595330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" name="Google Shape;817;p9"/>
              <p:cNvSpPr/>
              <p:nvPr/>
            </p:nvSpPr>
            <p:spPr>
              <a:xfrm>
                <a:off x="717176" y="66879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8" name="Google Shape;818;p9"/>
              <p:cNvSpPr/>
              <p:nvPr/>
            </p:nvSpPr>
            <p:spPr>
              <a:xfrm>
                <a:off x="647907" y="740164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9" name="Google Shape;819;p9"/>
              <p:cNvSpPr/>
              <p:nvPr/>
            </p:nvSpPr>
            <p:spPr>
              <a:xfrm>
                <a:off x="574441" y="809433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0" name="Google Shape;820;p9"/>
              <p:cNvSpPr/>
              <p:nvPr/>
            </p:nvSpPr>
            <p:spPr>
              <a:xfrm>
                <a:off x="503073" y="880800"/>
                <a:ext cx="48278" cy="461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1" name="Google Shape;821;p9"/>
              <p:cNvSpPr/>
              <p:nvPr/>
            </p:nvSpPr>
            <p:spPr>
              <a:xfrm>
                <a:off x="1013141" y="253186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2" name="Google Shape;822;p9"/>
              <p:cNvSpPr/>
              <p:nvPr/>
            </p:nvSpPr>
            <p:spPr>
              <a:xfrm>
                <a:off x="941774" y="324553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3" name="Google Shape;823;p9"/>
              <p:cNvSpPr/>
              <p:nvPr/>
            </p:nvSpPr>
            <p:spPr>
              <a:xfrm>
                <a:off x="870406" y="395921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4" name="Google Shape;824;p9"/>
              <p:cNvSpPr/>
              <p:nvPr/>
            </p:nvSpPr>
            <p:spPr>
              <a:xfrm>
                <a:off x="799039" y="467288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5" name="Google Shape;825;p9"/>
              <p:cNvSpPr/>
              <p:nvPr/>
            </p:nvSpPr>
            <p:spPr>
              <a:xfrm>
                <a:off x="729770" y="538656"/>
                <a:ext cx="461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6" name="Google Shape;826;p9"/>
              <p:cNvSpPr/>
              <p:nvPr/>
            </p:nvSpPr>
            <p:spPr>
              <a:xfrm>
                <a:off x="658403" y="60792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7" name="Google Shape;827;p9"/>
              <p:cNvSpPr/>
              <p:nvPr/>
            </p:nvSpPr>
            <p:spPr>
              <a:xfrm>
                <a:off x="587035" y="679292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8" name="Google Shape;828;p9"/>
              <p:cNvSpPr/>
              <p:nvPr/>
            </p:nvSpPr>
            <p:spPr>
              <a:xfrm>
                <a:off x="515667" y="750660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9" name="Google Shape;829;p9"/>
              <p:cNvSpPr/>
              <p:nvPr/>
            </p:nvSpPr>
            <p:spPr>
              <a:xfrm>
                <a:off x="444300" y="822027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" name="Google Shape;830;p9"/>
              <p:cNvSpPr/>
              <p:nvPr/>
            </p:nvSpPr>
            <p:spPr>
              <a:xfrm>
                <a:off x="954368" y="196512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1" name="Google Shape;831;p9"/>
              <p:cNvSpPr/>
              <p:nvPr/>
            </p:nvSpPr>
            <p:spPr>
              <a:xfrm>
                <a:off x="885100" y="267879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" name="Google Shape;832;p9"/>
              <p:cNvSpPr/>
              <p:nvPr/>
            </p:nvSpPr>
            <p:spPr>
              <a:xfrm>
                <a:off x="813732" y="337148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3" name="Google Shape;833;p9"/>
              <p:cNvSpPr/>
              <p:nvPr/>
            </p:nvSpPr>
            <p:spPr>
              <a:xfrm>
                <a:off x="742364" y="408515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4" name="Google Shape;834;p9"/>
              <p:cNvSpPr/>
              <p:nvPr/>
            </p:nvSpPr>
            <p:spPr>
              <a:xfrm>
                <a:off x="670997" y="479883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5" name="Google Shape;835;p9"/>
              <p:cNvSpPr/>
              <p:nvPr/>
            </p:nvSpPr>
            <p:spPr>
              <a:xfrm>
                <a:off x="599629" y="55125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6" name="Google Shape;836;p9"/>
              <p:cNvSpPr/>
              <p:nvPr/>
            </p:nvSpPr>
            <p:spPr>
              <a:xfrm>
                <a:off x="528262" y="622618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7" name="Google Shape;837;p9"/>
              <p:cNvSpPr/>
              <p:nvPr/>
            </p:nvSpPr>
            <p:spPr>
              <a:xfrm>
                <a:off x="456894" y="693985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8" name="Google Shape;838;p9"/>
              <p:cNvSpPr/>
              <p:nvPr/>
            </p:nvSpPr>
            <p:spPr>
              <a:xfrm>
                <a:off x="389725" y="765353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9" name="Google Shape;839;p9"/>
              <p:cNvSpPr/>
              <p:nvPr/>
            </p:nvSpPr>
            <p:spPr>
              <a:xfrm>
                <a:off x="899793" y="13983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0" name="Google Shape;840;p9"/>
              <p:cNvSpPr/>
              <p:nvPr/>
            </p:nvSpPr>
            <p:spPr>
              <a:xfrm>
                <a:off x="828425" y="21120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1" name="Google Shape;841;p9"/>
              <p:cNvSpPr/>
              <p:nvPr/>
            </p:nvSpPr>
            <p:spPr>
              <a:xfrm>
                <a:off x="754959" y="280473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2" name="Google Shape;842;p9"/>
              <p:cNvSpPr/>
              <p:nvPr/>
            </p:nvSpPr>
            <p:spPr>
              <a:xfrm>
                <a:off x="683591" y="351841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3" name="Google Shape;843;p9"/>
              <p:cNvSpPr/>
              <p:nvPr/>
            </p:nvSpPr>
            <p:spPr>
              <a:xfrm>
                <a:off x="612224" y="421109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p9"/>
              <p:cNvSpPr/>
              <p:nvPr/>
            </p:nvSpPr>
            <p:spPr>
              <a:xfrm>
                <a:off x="542955" y="492477"/>
                <a:ext cx="461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" name="Google Shape;845;p9"/>
              <p:cNvSpPr/>
              <p:nvPr/>
            </p:nvSpPr>
            <p:spPr>
              <a:xfrm>
                <a:off x="471587" y="563845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p9"/>
              <p:cNvSpPr/>
              <p:nvPr/>
            </p:nvSpPr>
            <p:spPr>
              <a:xfrm>
                <a:off x="400220" y="635212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" name="Google Shape;847;p9"/>
              <p:cNvSpPr/>
              <p:nvPr/>
            </p:nvSpPr>
            <p:spPr>
              <a:xfrm>
                <a:off x="328852" y="70658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" name="Google Shape;848;p9"/>
              <p:cNvSpPr/>
              <p:nvPr/>
            </p:nvSpPr>
            <p:spPr>
              <a:xfrm>
                <a:off x="841020" y="81064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9" name="Google Shape;849;p9"/>
              <p:cNvSpPr/>
              <p:nvPr/>
            </p:nvSpPr>
            <p:spPr>
              <a:xfrm>
                <a:off x="767553" y="150333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0" name="Google Shape;850;p9"/>
              <p:cNvSpPr/>
              <p:nvPr/>
            </p:nvSpPr>
            <p:spPr>
              <a:xfrm>
                <a:off x="696185" y="22170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1" name="Google Shape;851;p9"/>
              <p:cNvSpPr/>
              <p:nvPr/>
            </p:nvSpPr>
            <p:spPr>
              <a:xfrm>
                <a:off x="626917" y="293068"/>
                <a:ext cx="461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2" name="Google Shape;852;p9"/>
              <p:cNvSpPr/>
              <p:nvPr/>
            </p:nvSpPr>
            <p:spPr>
              <a:xfrm>
                <a:off x="555549" y="364435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3" name="Google Shape;853;p9"/>
              <p:cNvSpPr/>
              <p:nvPr/>
            </p:nvSpPr>
            <p:spPr>
              <a:xfrm>
                <a:off x="484182" y="435803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4" name="Google Shape;854;p9"/>
              <p:cNvSpPr/>
              <p:nvPr/>
            </p:nvSpPr>
            <p:spPr>
              <a:xfrm>
                <a:off x="412814" y="507170"/>
                <a:ext cx="48279" cy="461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5" name="Google Shape;855;p9"/>
              <p:cNvSpPr/>
              <p:nvPr/>
            </p:nvSpPr>
            <p:spPr>
              <a:xfrm>
                <a:off x="341447" y="576439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6" name="Google Shape;856;p9"/>
              <p:cNvSpPr/>
              <p:nvPr/>
            </p:nvSpPr>
            <p:spPr>
              <a:xfrm>
                <a:off x="270079" y="647806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7" name="Google Shape;857;p9"/>
              <p:cNvSpPr/>
              <p:nvPr/>
            </p:nvSpPr>
            <p:spPr>
              <a:xfrm>
                <a:off x="782246" y="22291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8" name="Google Shape;858;p9"/>
              <p:cNvSpPr/>
              <p:nvPr/>
            </p:nvSpPr>
            <p:spPr>
              <a:xfrm>
                <a:off x="710879" y="93658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9" name="Google Shape;859;p9"/>
              <p:cNvSpPr/>
              <p:nvPr/>
            </p:nvSpPr>
            <p:spPr>
              <a:xfrm>
                <a:off x="641610" y="167125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0" name="Google Shape;860;p9"/>
              <p:cNvSpPr/>
              <p:nvPr/>
            </p:nvSpPr>
            <p:spPr>
              <a:xfrm>
                <a:off x="570243" y="23639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1" name="Google Shape;861;p9"/>
              <p:cNvSpPr/>
              <p:nvPr/>
            </p:nvSpPr>
            <p:spPr>
              <a:xfrm>
                <a:off x="496776" y="305662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2" name="Google Shape;862;p9"/>
              <p:cNvSpPr/>
              <p:nvPr/>
            </p:nvSpPr>
            <p:spPr>
              <a:xfrm>
                <a:off x="425408" y="37703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3" name="Google Shape;863;p9"/>
              <p:cNvSpPr/>
              <p:nvPr/>
            </p:nvSpPr>
            <p:spPr>
              <a:xfrm>
                <a:off x="356140" y="448397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4" name="Google Shape;864;p9"/>
              <p:cNvSpPr/>
              <p:nvPr/>
            </p:nvSpPr>
            <p:spPr>
              <a:xfrm>
                <a:off x="284772" y="519765"/>
                <a:ext cx="461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5" name="Google Shape;865;p9"/>
              <p:cNvSpPr/>
              <p:nvPr/>
            </p:nvSpPr>
            <p:spPr>
              <a:xfrm>
                <a:off x="213405" y="591132"/>
                <a:ext cx="48278" cy="461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6" name="Google Shape;866;p9"/>
              <p:cNvSpPr/>
              <p:nvPr/>
            </p:nvSpPr>
            <p:spPr>
              <a:xfrm>
                <a:off x="723473" y="-36482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7" name="Google Shape;867;p9"/>
              <p:cNvSpPr/>
              <p:nvPr/>
            </p:nvSpPr>
            <p:spPr>
              <a:xfrm>
                <a:off x="652105" y="34885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8" name="Google Shape;868;p9"/>
              <p:cNvSpPr/>
              <p:nvPr/>
            </p:nvSpPr>
            <p:spPr>
              <a:xfrm>
                <a:off x="582837" y="10835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9" name="Google Shape;869;p9"/>
              <p:cNvSpPr/>
              <p:nvPr/>
            </p:nvSpPr>
            <p:spPr>
              <a:xfrm>
                <a:off x="511469" y="179719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0" name="Google Shape;870;p9"/>
              <p:cNvSpPr/>
              <p:nvPr/>
            </p:nvSpPr>
            <p:spPr>
              <a:xfrm>
                <a:off x="440102" y="248988"/>
                <a:ext cx="46179" cy="461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1" name="Google Shape;871;p9"/>
              <p:cNvSpPr/>
              <p:nvPr/>
            </p:nvSpPr>
            <p:spPr>
              <a:xfrm>
                <a:off x="368734" y="318256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2" name="Google Shape;872;p9"/>
              <p:cNvSpPr/>
              <p:nvPr/>
            </p:nvSpPr>
            <p:spPr>
              <a:xfrm>
                <a:off x="297367" y="389624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3" name="Google Shape;873;p9"/>
              <p:cNvSpPr/>
              <p:nvPr/>
            </p:nvSpPr>
            <p:spPr>
              <a:xfrm>
                <a:off x="225999" y="460991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4" name="Google Shape;874;p9"/>
              <p:cNvSpPr/>
              <p:nvPr/>
            </p:nvSpPr>
            <p:spPr>
              <a:xfrm>
                <a:off x="154631" y="532359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5" name="Google Shape;875;p9"/>
              <p:cNvSpPr/>
              <p:nvPr/>
            </p:nvSpPr>
            <p:spPr>
              <a:xfrm>
                <a:off x="664700" y="-93157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6" name="Google Shape;876;p9"/>
              <p:cNvSpPr/>
              <p:nvPr/>
            </p:nvSpPr>
            <p:spPr>
              <a:xfrm>
                <a:off x="593332" y="-23888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7" name="Google Shape;877;p9"/>
              <p:cNvSpPr/>
              <p:nvPr/>
            </p:nvSpPr>
            <p:spPr>
              <a:xfrm>
                <a:off x="524064" y="47479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8" name="Google Shape;878;p9"/>
              <p:cNvSpPr/>
              <p:nvPr/>
            </p:nvSpPr>
            <p:spPr>
              <a:xfrm>
                <a:off x="452696" y="118847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9" name="Google Shape;879;p9"/>
              <p:cNvSpPr/>
              <p:nvPr/>
            </p:nvSpPr>
            <p:spPr>
              <a:xfrm>
                <a:off x="381328" y="190214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0" name="Google Shape;880;p9"/>
              <p:cNvSpPr/>
              <p:nvPr/>
            </p:nvSpPr>
            <p:spPr>
              <a:xfrm>
                <a:off x="312060" y="263681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1" name="Google Shape;881;p9"/>
              <p:cNvSpPr/>
              <p:nvPr/>
            </p:nvSpPr>
            <p:spPr>
              <a:xfrm>
                <a:off x="238593" y="332950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2" name="Google Shape;882;p9"/>
              <p:cNvSpPr/>
              <p:nvPr/>
            </p:nvSpPr>
            <p:spPr>
              <a:xfrm>
                <a:off x="167226" y="404317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" name="Google Shape;883;p9"/>
              <p:cNvSpPr/>
              <p:nvPr/>
            </p:nvSpPr>
            <p:spPr>
              <a:xfrm>
                <a:off x="97957" y="473586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4" name="Google Shape;884;p9"/>
              <p:cNvSpPr/>
              <p:nvPr/>
            </p:nvSpPr>
            <p:spPr>
              <a:xfrm>
                <a:off x="608025" y="-151930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5" name="Google Shape;885;p9"/>
              <p:cNvSpPr/>
              <p:nvPr/>
            </p:nvSpPr>
            <p:spPr>
              <a:xfrm>
                <a:off x="536658" y="-80562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6" name="Google Shape;886;p9"/>
              <p:cNvSpPr/>
              <p:nvPr/>
            </p:nvSpPr>
            <p:spPr>
              <a:xfrm>
                <a:off x="465290" y="-919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7" name="Google Shape;887;p9"/>
              <p:cNvSpPr/>
              <p:nvPr/>
            </p:nvSpPr>
            <p:spPr>
              <a:xfrm>
                <a:off x="393923" y="62173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8" name="Google Shape;888;p9"/>
              <p:cNvSpPr/>
              <p:nvPr/>
            </p:nvSpPr>
            <p:spPr>
              <a:xfrm>
                <a:off x="322555" y="131441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9" name="Google Shape;889;p9"/>
              <p:cNvSpPr/>
              <p:nvPr/>
            </p:nvSpPr>
            <p:spPr>
              <a:xfrm>
                <a:off x="255386" y="204908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0" name="Google Shape;890;p9"/>
              <p:cNvSpPr/>
              <p:nvPr/>
            </p:nvSpPr>
            <p:spPr>
              <a:xfrm>
                <a:off x="184018" y="276275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1" name="Google Shape;891;p9"/>
              <p:cNvSpPr/>
              <p:nvPr/>
            </p:nvSpPr>
            <p:spPr>
              <a:xfrm>
                <a:off x="110552" y="345544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2" name="Google Shape;892;p9"/>
              <p:cNvSpPr/>
              <p:nvPr/>
            </p:nvSpPr>
            <p:spPr>
              <a:xfrm>
                <a:off x="39184" y="416911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95" name="Google Shape;895;p10"/>
          <p:cNvSpPr txBox="1"/>
          <p:nvPr>
            <p:ph type="title"/>
          </p:nvPr>
        </p:nvSpPr>
        <p:spPr>
          <a:xfrm>
            <a:off x="740550" y="3910025"/>
            <a:ext cx="7662900" cy="69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11"/>
          <p:cNvSpPr txBox="1"/>
          <p:nvPr>
            <p:ph hasCustomPrompt="1" type="title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98" name="Google Shape;898;p11"/>
          <p:cNvSpPr txBox="1"/>
          <p:nvPr>
            <p:ph idx="1" type="subTitle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_1"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13"/>
          <p:cNvSpPr txBox="1"/>
          <p:nvPr>
            <p:ph idx="1" type="subTitle"/>
          </p:nvPr>
        </p:nvSpPr>
        <p:spPr>
          <a:xfrm>
            <a:off x="1252225" y="2336850"/>
            <a:ext cx="2867700" cy="5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02" name="Google Shape;902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903" name="Google Shape;903;p13"/>
          <p:cNvSpPr txBox="1"/>
          <p:nvPr>
            <p:ph hasCustomPrompt="1" idx="2" type="title"/>
          </p:nvPr>
        </p:nvSpPr>
        <p:spPr>
          <a:xfrm>
            <a:off x="1282000" y="1967451"/>
            <a:ext cx="731400" cy="392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4" name="Google Shape;904;p13"/>
          <p:cNvSpPr txBox="1"/>
          <p:nvPr>
            <p:ph idx="3" type="subTitle"/>
          </p:nvPr>
        </p:nvSpPr>
        <p:spPr>
          <a:xfrm>
            <a:off x="2036325" y="1960502"/>
            <a:ext cx="2083500" cy="3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05" name="Google Shape;905;p13"/>
          <p:cNvSpPr txBox="1"/>
          <p:nvPr>
            <p:ph idx="4" type="subTitle"/>
          </p:nvPr>
        </p:nvSpPr>
        <p:spPr>
          <a:xfrm>
            <a:off x="1252225" y="3826800"/>
            <a:ext cx="2867700" cy="5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06" name="Google Shape;906;p13"/>
          <p:cNvSpPr txBox="1"/>
          <p:nvPr>
            <p:ph hasCustomPrompt="1" idx="5" type="title"/>
          </p:nvPr>
        </p:nvSpPr>
        <p:spPr>
          <a:xfrm>
            <a:off x="1282000" y="3457401"/>
            <a:ext cx="731400" cy="392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7" name="Google Shape;907;p13"/>
          <p:cNvSpPr txBox="1"/>
          <p:nvPr>
            <p:ph idx="6" type="subTitle"/>
          </p:nvPr>
        </p:nvSpPr>
        <p:spPr>
          <a:xfrm>
            <a:off x="2036325" y="3450452"/>
            <a:ext cx="2083500" cy="3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08" name="Google Shape;908;p13"/>
          <p:cNvSpPr txBox="1"/>
          <p:nvPr>
            <p:ph idx="7" type="subTitle"/>
          </p:nvPr>
        </p:nvSpPr>
        <p:spPr>
          <a:xfrm>
            <a:off x="5024125" y="2336850"/>
            <a:ext cx="2867700" cy="5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09" name="Google Shape;909;p13"/>
          <p:cNvSpPr txBox="1"/>
          <p:nvPr>
            <p:ph hasCustomPrompt="1" idx="8" type="title"/>
          </p:nvPr>
        </p:nvSpPr>
        <p:spPr>
          <a:xfrm>
            <a:off x="5053900" y="1967451"/>
            <a:ext cx="731400" cy="392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0" name="Google Shape;910;p13"/>
          <p:cNvSpPr txBox="1"/>
          <p:nvPr>
            <p:ph idx="9" type="subTitle"/>
          </p:nvPr>
        </p:nvSpPr>
        <p:spPr>
          <a:xfrm>
            <a:off x="5808225" y="1960502"/>
            <a:ext cx="2083500" cy="3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11" name="Google Shape;911;p13"/>
          <p:cNvSpPr txBox="1"/>
          <p:nvPr>
            <p:ph idx="13" type="subTitle"/>
          </p:nvPr>
        </p:nvSpPr>
        <p:spPr>
          <a:xfrm>
            <a:off x="5024125" y="3826800"/>
            <a:ext cx="2867700" cy="5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12" name="Google Shape;912;p13"/>
          <p:cNvSpPr txBox="1"/>
          <p:nvPr>
            <p:ph hasCustomPrompt="1" idx="14" type="title"/>
          </p:nvPr>
        </p:nvSpPr>
        <p:spPr>
          <a:xfrm>
            <a:off x="5053900" y="3457401"/>
            <a:ext cx="731400" cy="392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3" name="Google Shape;913;p13"/>
          <p:cNvSpPr txBox="1"/>
          <p:nvPr>
            <p:ph idx="15" type="subTitle"/>
          </p:nvPr>
        </p:nvSpPr>
        <p:spPr>
          <a:xfrm>
            <a:off x="5808225" y="3450452"/>
            <a:ext cx="2083500" cy="3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14" name="Google Shape;914;p13"/>
          <p:cNvSpPr/>
          <p:nvPr/>
        </p:nvSpPr>
        <p:spPr>
          <a:xfrm rot="10800000">
            <a:off x="-605110" y="4164122"/>
            <a:ext cx="2187200" cy="2575531"/>
          </a:xfrm>
          <a:custGeom>
            <a:rect b="b" l="l" r="r" t="t"/>
            <a:pathLst>
              <a:path extrusionOk="0" h="58876" w="50016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rgbClr val="4C6A7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5" name="Google Shape;915;p13"/>
          <p:cNvGrpSpPr/>
          <p:nvPr/>
        </p:nvGrpSpPr>
        <p:grpSpPr>
          <a:xfrm>
            <a:off x="7891595" y="-388147"/>
            <a:ext cx="1658229" cy="1282495"/>
            <a:chOff x="5136226" y="2246221"/>
            <a:chExt cx="1254144" cy="969970"/>
          </a:xfrm>
        </p:grpSpPr>
        <p:sp>
          <p:nvSpPr>
            <p:cNvPr id="916" name="Google Shape;916;p13"/>
            <p:cNvSpPr/>
            <p:nvPr/>
          </p:nvSpPr>
          <p:spPr>
            <a:xfrm>
              <a:off x="5448964" y="2246221"/>
              <a:ext cx="941406" cy="657233"/>
            </a:xfrm>
            <a:custGeom>
              <a:rect b="b" l="l" r="r" t="t"/>
              <a:pathLst>
                <a:path extrusionOk="0" h="19847" w="28452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rgbClr val="1C34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13"/>
            <p:cNvSpPr/>
            <p:nvPr/>
          </p:nvSpPr>
          <p:spPr>
            <a:xfrm>
              <a:off x="5136226" y="2558958"/>
              <a:ext cx="941406" cy="657233"/>
            </a:xfrm>
            <a:custGeom>
              <a:rect b="b" l="l" r="r" t="t"/>
              <a:pathLst>
                <a:path extrusionOk="0" h="19847" w="28452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13"/>
            <p:cNvSpPr/>
            <p:nvPr/>
          </p:nvSpPr>
          <p:spPr>
            <a:xfrm>
              <a:off x="5521989" y="2570071"/>
              <a:ext cx="403228" cy="403228"/>
            </a:xfrm>
            <a:custGeom>
              <a:rect b="b" l="l" r="r" t="t"/>
              <a:pathLst>
                <a:path extrusionOk="0" h="12207" w="12207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rgbClr val="1C34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13"/>
            <p:cNvSpPr/>
            <p:nvPr/>
          </p:nvSpPr>
          <p:spPr>
            <a:xfrm>
              <a:off x="5604539" y="2487521"/>
              <a:ext cx="403225" cy="403225"/>
            </a:xfrm>
            <a:custGeom>
              <a:rect b="b" l="l" r="r" t="t"/>
              <a:pathLst>
                <a:path extrusionOk="0" h="12206" w="12206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0" name="Google Shape;920;p13"/>
          <p:cNvGrpSpPr/>
          <p:nvPr/>
        </p:nvGrpSpPr>
        <p:grpSpPr>
          <a:xfrm>
            <a:off x="-883944" y="2944655"/>
            <a:ext cx="1507871" cy="1510263"/>
            <a:chOff x="39184" y="-151930"/>
            <a:chExt cx="1309825" cy="1311903"/>
          </a:xfrm>
        </p:grpSpPr>
        <p:sp>
          <p:nvSpPr>
            <p:cNvPr id="921" name="Google Shape;921;p13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13"/>
            <p:cNvSpPr/>
            <p:nvPr/>
          </p:nvSpPr>
          <p:spPr>
            <a:xfrm>
              <a:off x="1231442" y="614221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13"/>
            <p:cNvSpPr/>
            <p:nvPr/>
          </p:nvSpPr>
          <p:spPr>
            <a:xfrm>
              <a:off x="1160075" y="68558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13"/>
            <p:cNvSpPr/>
            <p:nvPr/>
          </p:nvSpPr>
          <p:spPr>
            <a:xfrm>
              <a:off x="1088707" y="756956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13"/>
            <p:cNvSpPr/>
            <p:nvPr/>
          </p:nvSpPr>
          <p:spPr>
            <a:xfrm>
              <a:off x="1019439" y="828324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13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13"/>
            <p:cNvSpPr/>
            <p:nvPr/>
          </p:nvSpPr>
          <p:spPr>
            <a:xfrm>
              <a:off x="876704" y="96896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13"/>
            <p:cNvSpPr/>
            <p:nvPr/>
          </p:nvSpPr>
          <p:spPr>
            <a:xfrm>
              <a:off x="805336" y="104032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13"/>
            <p:cNvSpPr/>
            <p:nvPr/>
          </p:nvSpPr>
          <p:spPr>
            <a:xfrm>
              <a:off x="733969" y="111169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13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13"/>
            <p:cNvSpPr/>
            <p:nvPr/>
          </p:nvSpPr>
          <p:spPr>
            <a:xfrm>
              <a:off x="1174769" y="557547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13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748662" y="983653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677294" y="1052922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1187363" y="427407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1115995" y="49877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901893" y="71077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832623" y="782145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761256" y="85351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689888" y="92488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1128589" y="370732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1057221" y="44000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985854" y="51136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916585" y="58273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702483" y="796839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631115" y="86610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559747" y="93747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1000547" y="38332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857812" y="523963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786444" y="59533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574441" y="8094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503073" y="880800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1013141" y="25318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799039" y="46728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13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13"/>
            <p:cNvSpPr/>
            <p:nvPr/>
          </p:nvSpPr>
          <p:spPr>
            <a:xfrm>
              <a:off x="658403" y="60792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13"/>
            <p:cNvSpPr/>
            <p:nvPr/>
          </p:nvSpPr>
          <p:spPr>
            <a:xfrm>
              <a:off x="587035" y="67929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13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13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13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13"/>
            <p:cNvSpPr/>
            <p:nvPr/>
          </p:nvSpPr>
          <p:spPr>
            <a:xfrm>
              <a:off x="885100" y="267879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13"/>
            <p:cNvSpPr/>
            <p:nvPr/>
          </p:nvSpPr>
          <p:spPr>
            <a:xfrm>
              <a:off x="813732" y="337148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13"/>
            <p:cNvSpPr/>
            <p:nvPr/>
          </p:nvSpPr>
          <p:spPr>
            <a:xfrm>
              <a:off x="742364" y="408515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13"/>
            <p:cNvSpPr/>
            <p:nvPr/>
          </p:nvSpPr>
          <p:spPr>
            <a:xfrm>
              <a:off x="670997" y="47988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13"/>
            <p:cNvSpPr/>
            <p:nvPr/>
          </p:nvSpPr>
          <p:spPr>
            <a:xfrm>
              <a:off x="599629" y="5512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13"/>
            <p:cNvSpPr/>
            <p:nvPr/>
          </p:nvSpPr>
          <p:spPr>
            <a:xfrm>
              <a:off x="528262" y="622618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13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13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13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13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13"/>
            <p:cNvSpPr/>
            <p:nvPr/>
          </p:nvSpPr>
          <p:spPr>
            <a:xfrm>
              <a:off x="754959" y="280473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13"/>
            <p:cNvSpPr/>
            <p:nvPr/>
          </p:nvSpPr>
          <p:spPr>
            <a:xfrm>
              <a:off x="683591" y="35184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13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13"/>
            <p:cNvSpPr/>
            <p:nvPr/>
          </p:nvSpPr>
          <p:spPr>
            <a:xfrm>
              <a:off x="542955" y="492477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13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400220" y="63521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328852" y="7065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767553" y="1503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13"/>
            <p:cNvSpPr/>
            <p:nvPr/>
          </p:nvSpPr>
          <p:spPr>
            <a:xfrm>
              <a:off x="696185" y="22170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13"/>
            <p:cNvSpPr/>
            <p:nvPr/>
          </p:nvSpPr>
          <p:spPr>
            <a:xfrm>
              <a:off x="626917" y="293068"/>
              <a:ext cx="461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13"/>
            <p:cNvSpPr/>
            <p:nvPr/>
          </p:nvSpPr>
          <p:spPr>
            <a:xfrm>
              <a:off x="555549" y="36443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13"/>
            <p:cNvSpPr/>
            <p:nvPr/>
          </p:nvSpPr>
          <p:spPr>
            <a:xfrm>
              <a:off x="484182" y="435803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13"/>
            <p:cNvSpPr/>
            <p:nvPr/>
          </p:nvSpPr>
          <p:spPr>
            <a:xfrm>
              <a:off x="412814" y="507170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341447" y="576439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270079" y="64780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782246" y="22291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13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13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13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13"/>
            <p:cNvSpPr/>
            <p:nvPr/>
          </p:nvSpPr>
          <p:spPr>
            <a:xfrm>
              <a:off x="496776" y="30566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13"/>
            <p:cNvSpPr/>
            <p:nvPr/>
          </p:nvSpPr>
          <p:spPr>
            <a:xfrm>
              <a:off x="425408" y="37703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13"/>
            <p:cNvSpPr/>
            <p:nvPr/>
          </p:nvSpPr>
          <p:spPr>
            <a:xfrm>
              <a:off x="356140" y="448397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13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13"/>
            <p:cNvSpPr/>
            <p:nvPr/>
          </p:nvSpPr>
          <p:spPr>
            <a:xfrm>
              <a:off x="213405" y="591132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13"/>
            <p:cNvSpPr/>
            <p:nvPr/>
          </p:nvSpPr>
          <p:spPr>
            <a:xfrm>
              <a:off x="723473" y="-3648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13"/>
            <p:cNvSpPr/>
            <p:nvPr/>
          </p:nvSpPr>
          <p:spPr>
            <a:xfrm>
              <a:off x="652105" y="3488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13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13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13"/>
            <p:cNvSpPr/>
            <p:nvPr/>
          </p:nvSpPr>
          <p:spPr>
            <a:xfrm>
              <a:off x="440102" y="248988"/>
              <a:ext cx="461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13"/>
            <p:cNvSpPr/>
            <p:nvPr/>
          </p:nvSpPr>
          <p:spPr>
            <a:xfrm>
              <a:off x="368734" y="31825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13"/>
            <p:cNvSpPr/>
            <p:nvPr/>
          </p:nvSpPr>
          <p:spPr>
            <a:xfrm>
              <a:off x="297367" y="38962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13"/>
            <p:cNvSpPr/>
            <p:nvPr/>
          </p:nvSpPr>
          <p:spPr>
            <a:xfrm>
              <a:off x="225999" y="46099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13"/>
            <p:cNvSpPr/>
            <p:nvPr/>
          </p:nvSpPr>
          <p:spPr>
            <a:xfrm>
              <a:off x="154631" y="532359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13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13"/>
            <p:cNvSpPr/>
            <p:nvPr/>
          </p:nvSpPr>
          <p:spPr>
            <a:xfrm>
              <a:off x="593332" y="-2388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13"/>
            <p:cNvSpPr/>
            <p:nvPr/>
          </p:nvSpPr>
          <p:spPr>
            <a:xfrm>
              <a:off x="524064" y="47479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13"/>
            <p:cNvSpPr/>
            <p:nvPr/>
          </p:nvSpPr>
          <p:spPr>
            <a:xfrm>
              <a:off x="452696" y="1188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13"/>
            <p:cNvSpPr/>
            <p:nvPr/>
          </p:nvSpPr>
          <p:spPr>
            <a:xfrm>
              <a:off x="381328" y="19021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13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13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13"/>
            <p:cNvSpPr/>
            <p:nvPr/>
          </p:nvSpPr>
          <p:spPr>
            <a:xfrm>
              <a:off x="167226" y="404317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13"/>
            <p:cNvSpPr/>
            <p:nvPr/>
          </p:nvSpPr>
          <p:spPr>
            <a:xfrm>
              <a:off x="97957" y="47358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13"/>
            <p:cNvSpPr/>
            <p:nvPr/>
          </p:nvSpPr>
          <p:spPr>
            <a:xfrm>
              <a:off x="608025" y="-15193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13"/>
            <p:cNvSpPr/>
            <p:nvPr/>
          </p:nvSpPr>
          <p:spPr>
            <a:xfrm>
              <a:off x="536658" y="-80562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13"/>
            <p:cNvSpPr/>
            <p:nvPr/>
          </p:nvSpPr>
          <p:spPr>
            <a:xfrm>
              <a:off x="465290" y="-919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13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13"/>
            <p:cNvSpPr/>
            <p:nvPr/>
          </p:nvSpPr>
          <p:spPr>
            <a:xfrm>
              <a:off x="322555" y="13144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13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13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13"/>
            <p:cNvSpPr/>
            <p:nvPr/>
          </p:nvSpPr>
          <p:spPr>
            <a:xfrm>
              <a:off x="110552" y="34554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13"/>
            <p:cNvSpPr/>
            <p:nvPr/>
          </p:nvSpPr>
          <p:spPr>
            <a:xfrm>
              <a:off x="39184" y="41691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">
  <p:cSld name="TITLE_ONLY_2_1"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040" name="Google Shape;1040;p14"/>
          <p:cNvSpPr/>
          <p:nvPr/>
        </p:nvSpPr>
        <p:spPr>
          <a:xfrm>
            <a:off x="8403036" y="4402536"/>
            <a:ext cx="740961" cy="740961"/>
          </a:xfrm>
          <a:custGeom>
            <a:rect b="b" l="l" r="r" t="t"/>
            <a:pathLst>
              <a:path extrusionOk="0" h="16944" w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14"/>
          <p:cNvSpPr/>
          <p:nvPr/>
        </p:nvSpPr>
        <p:spPr>
          <a:xfrm>
            <a:off x="-1093603" y="3011591"/>
            <a:ext cx="2187200" cy="2575531"/>
          </a:xfrm>
          <a:custGeom>
            <a:rect b="b" l="l" r="r" t="t"/>
            <a:pathLst>
              <a:path extrusionOk="0" h="58876" w="50016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2" name="Google Shape;1042;p14"/>
          <p:cNvGrpSpPr/>
          <p:nvPr/>
        </p:nvGrpSpPr>
        <p:grpSpPr>
          <a:xfrm>
            <a:off x="8335771" y="-708520"/>
            <a:ext cx="1507871" cy="1510263"/>
            <a:chOff x="39184" y="-151930"/>
            <a:chExt cx="1309825" cy="1311903"/>
          </a:xfrm>
        </p:grpSpPr>
        <p:sp>
          <p:nvSpPr>
            <p:cNvPr id="1043" name="Google Shape;1043;p14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14"/>
            <p:cNvSpPr/>
            <p:nvPr/>
          </p:nvSpPr>
          <p:spPr>
            <a:xfrm>
              <a:off x="1231442" y="614221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14"/>
            <p:cNvSpPr/>
            <p:nvPr/>
          </p:nvSpPr>
          <p:spPr>
            <a:xfrm>
              <a:off x="1160075" y="68558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14"/>
            <p:cNvSpPr/>
            <p:nvPr/>
          </p:nvSpPr>
          <p:spPr>
            <a:xfrm>
              <a:off x="1088707" y="756956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14"/>
            <p:cNvSpPr/>
            <p:nvPr/>
          </p:nvSpPr>
          <p:spPr>
            <a:xfrm>
              <a:off x="1019439" y="828324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14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14"/>
            <p:cNvSpPr/>
            <p:nvPr/>
          </p:nvSpPr>
          <p:spPr>
            <a:xfrm>
              <a:off x="876704" y="96896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14"/>
            <p:cNvSpPr/>
            <p:nvPr/>
          </p:nvSpPr>
          <p:spPr>
            <a:xfrm>
              <a:off x="805336" y="104032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14"/>
            <p:cNvSpPr/>
            <p:nvPr/>
          </p:nvSpPr>
          <p:spPr>
            <a:xfrm>
              <a:off x="733969" y="111169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14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14"/>
            <p:cNvSpPr/>
            <p:nvPr/>
          </p:nvSpPr>
          <p:spPr>
            <a:xfrm>
              <a:off x="1174769" y="557547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14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14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14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14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14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14"/>
            <p:cNvSpPr/>
            <p:nvPr/>
          </p:nvSpPr>
          <p:spPr>
            <a:xfrm>
              <a:off x="748662" y="983653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14"/>
            <p:cNvSpPr/>
            <p:nvPr/>
          </p:nvSpPr>
          <p:spPr>
            <a:xfrm>
              <a:off x="677294" y="1052922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14"/>
            <p:cNvSpPr/>
            <p:nvPr/>
          </p:nvSpPr>
          <p:spPr>
            <a:xfrm>
              <a:off x="1187363" y="427407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14"/>
            <p:cNvSpPr/>
            <p:nvPr/>
          </p:nvSpPr>
          <p:spPr>
            <a:xfrm>
              <a:off x="1115995" y="49877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14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14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14"/>
            <p:cNvSpPr/>
            <p:nvPr/>
          </p:nvSpPr>
          <p:spPr>
            <a:xfrm>
              <a:off x="901893" y="71077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14"/>
            <p:cNvSpPr/>
            <p:nvPr/>
          </p:nvSpPr>
          <p:spPr>
            <a:xfrm>
              <a:off x="832623" y="782145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14"/>
            <p:cNvSpPr/>
            <p:nvPr/>
          </p:nvSpPr>
          <p:spPr>
            <a:xfrm>
              <a:off x="761256" y="85351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14"/>
            <p:cNvSpPr/>
            <p:nvPr/>
          </p:nvSpPr>
          <p:spPr>
            <a:xfrm>
              <a:off x="689888" y="92488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14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14"/>
            <p:cNvSpPr/>
            <p:nvPr/>
          </p:nvSpPr>
          <p:spPr>
            <a:xfrm>
              <a:off x="1128589" y="370732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14"/>
            <p:cNvSpPr/>
            <p:nvPr/>
          </p:nvSpPr>
          <p:spPr>
            <a:xfrm>
              <a:off x="1057221" y="44000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14"/>
            <p:cNvSpPr/>
            <p:nvPr/>
          </p:nvSpPr>
          <p:spPr>
            <a:xfrm>
              <a:off x="985854" y="51136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14"/>
            <p:cNvSpPr/>
            <p:nvPr/>
          </p:nvSpPr>
          <p:spPr>
            <a:xfrm>
              <a:off x="916585" y="58273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14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14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14"/>
            <p:cNvSpPr/>
            <p:nvPr/>
          </p:nvSpPr>
          <p:spPr>
            <a:xfrm>
              <a:off x="702483" y="796839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14"/>
            <p:cNvSpPr/>
            <p:nvPr/>
          </p:nvSpPr>
          <p:spPr>
            <a:xfrm>
              <a:off x="631115" y="86610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14"/>
            <p:cNvSpPr/>
            <p:nvPr/>
          </p:nvSpPr>
          <p:spPr>
            <a:xfrm>
              <a:off x="559747" y="93747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14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14"/>
            <p:cNvSpPr/>
            <p:nvPr/>
          </p:nvSpPr>
          <p:spPr>
            <a:xfrm>
              <a:off x="1000547" y="38332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14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14"/>
            <p:cNvSpPr/>
            <p:nvPr/>
          </p:nvSpPr>
          <p:spPr>
            <a:xfrm>
              <a:off x="857812" y="523963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14"/>
            <p:cNvSpPr/>
            <p:nvPr/>
          </p:nvSpPr>
          <p:spPr>
            <a:xfrm>
              <a:off x="786444" y="59533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14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14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14"/>
            <p:cNvSpPr/>
            <p:nvPr/>
          </p:nvSpPr>
          <p:spPr>
            <a:xfrm>
              <a:off x="574441" y="8094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14"/>
            <p:cNvSpPr/>
            <p:nvPr/>
          </p:nvSpPr>
          <p:spPr>
            <a:xfrm>
              <a:off x="503073" y="880800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14"/>
            <p:cNvSpPr/>
            <p:nvPr/>
          </p:nvSpPr>
          <p:spPr>
            <a:xfrm>
              <a:off x="1013141" y="25318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14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14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14"/>
            <p:cNvSpPr/>
            <p:nvPr/>
          </p:nvSpPr>
          <p:spPr>
            <a:xfrm>
              <a:off x="799039" y="46728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14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14"/>
            <p:cNvSpPr/>
            <p:nvPr/>
          </p:nvSpPr>
          <p:spPr>
            <a:xfrm>
              <a:off x="658403" y="60792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14"/>
            <p:cNvSpPr/>
            <p:nvPr/>
          </p:nvSpPr>
          <p:spPr>
            <a:xfrm>
              <a:off x="587035" y="67929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14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14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14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14"/>
            <p:cNvSpPr/>
            <p:nvPr/>
          </p:nvSpPr>
          <p:spPr>
            <a:xfrm>
              <a:off x="885100" y="267879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14"/>
            <p:cNvSpPr/>
            <p:nvPr/>
          </p:nvSpPr>
          <p:spPr>
            <a:xfrm>
              <a:off x="813732" y="337148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14"/>
            <p:cNvSpPr/>
            <p:nvPr/>
          </p:nvSpPr>
          <p:spPr>
            <a:xfrm>
              <a:off x="742364" y="408515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14"/>
            <p:cNvSpPr/>
            <p:nvPr/>
          </p:nvSpPr>
          <p:spPr>
            <a:xfrm>
              <a:off x="670997" y="47988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14"/>
            <p:cNvSpPr/>
            <p:nvPr/>
          </p:nvSpPr>
          <p:spPr>
            <a:xfrm>
              <a:off x="599629" y="5512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14"/>
            <p:cNvSpPr/>
            <p:nvPr/>
          </p:nvSpPr>
          <p:spPr>
            <a:xfrm>
              <a:off x="528262" y="622618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14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14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14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14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14"/>
            <p:cNvSpPr/>
            <p:nvPr/>
          </p:nvSpPr>
          <p:spPr>
            <a:xfrm>
              <a:off x="754959" y="280473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14"/>
            <p:cNvSpPr/>
            <p:nvPr/>
          </p:nvSpPr>
          <p:spPr>
            <a:xfrm>
              <a:off x="683591" y="35184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14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14"/>
            <p:cNvSpPr/>
            <p:nvPr/>
          </p:nvSpPr>
          <p:spPr>
            <a:xfrm>
              <a:off x="542955" y="492477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14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14"/>
            <p:cNvSpPr/>
            <p:nvPr/>
          </p:nvSpPr>
          <p:spPr>
            <a:xfrm>
              <a:off x="400220" y="63521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14"/>
            <p:cNvSpPr/>
            <p:nvPr/>
          </p:nvSpPr>
          <p:spPr>
            <a:xfrm>
              <a:off x="328852" y="7065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14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14"/>
            <p:cNvSpPr/>
            <p:nvPr/>
          </p:nvSpPr>
          <p:spPr>
            <a:xfrm>
              <a:off x="767553" y="1503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14"/>
            <p:cNvSpPr/>
            <p:nvPr/>
          </p:nvSpPr>
          <p:spPr>
            <a:xfrm>
              <a:off x="696185" y="22170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14"/>
            <p:cNvSpPr/>
            <p:nvPr/>
          </p:nvSpPr>
          <p:spPr>
            <a:xfrm>
              <a:off x="626917" y="293068"/>
              <a:ext cx="461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14"/>
            <p:cNvSpPr/>
            <p:nvPr/>
          </p:nvSpPr>
          <p:spPr>
            <a:xfrm>
              <a:off x="555549" y="36443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14"/>
            <p:cNvSpPr/>
            <p:nvPr/>
          </p:nvSpPr>
          <p:spPr>
            <a:xfrm>
              <a:off x="484182" y="435803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14"/>
            <p:cNvSpPr/>
            <p:nvPr/>
          </p:nvSpPr>
          <p:spPr>
            <a:xfrm>
              <a:off x="412814" y="507170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14"/>
            <p:cNvSpPr/>
            <p:nvPr/>
          </p:nvSpPr>
          <p:spPr>
            <a:xfrm>
              <a:off x="341447" y="576439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14"/>
            <p:cNvSpPr/>
            <p:nvPr/>
          </p:nvSpPr>
          <p:spPr>
            <a:xfrm>
              <a:off x="270079" y="64780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14"/>
            <p:cNvSpPr/>
            <p:nvPr/>
          </p:nvSpPr>
          <p:spPr>
            <a:xfrm>
              <a:off x="782246" y="22291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14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14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14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14"/>
            <p:cNvSpPr/>
            <p:nvPr/>
          </p:nvSpPr>
          <p:spPr>
            <a:xfrm>
              <a:off x="496776" y="30566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14"/>
            <p:cNvSpPr/>
            <p:nvPr/>
          </p:nvSpPr>
          <p:spPr>
            <a:xfrm>
              <a:off x="425408" y="37703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14"/>
            <p:cNvSpPr/>
            <p:nvPr/>
          </p:nvSpPr>
          <p:spPr>
            <a:xfrm>
              <a:off x="356140" y="448397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14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14"/>
            <p:cNvSpPr/>
            <p:nvPr/>
          </p:nvSpPr>
          <p:spPr>
            <a:xfrm>
              <a:off x="213405" y="591132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14"/>
            <p:cNvSpPr/>
            <p:nvPr/>
          </p:nvSpPr>
          <p:spPr>
            <a:xfrm>
              <a:off x="723473" y="-3648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14"/>
            <p:cNvSpPr/>
            <p:nvPr/>
          </p:nvSpPr>
          <p:spPr>
            <a:xfrm>
              <a:off x="652105" y="3488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14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14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14"/>
            <p:cNvSpPr/>
            <p:nvPr/>
          </p:nvSpPr>
          <p:spPr>
            <a:xfrm>
              <a:off x="440102" y="248988"/>
              <a:ext cx="461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14"/>
            <p:cNvSpPr/>
            <p:nvPr/>
          </p:nvSpPr>
          <p:spPr>
            <a:xfrm>
              <a:off x="368734" y="31825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14"/>
            <p:cNvSpPr/>
            <p:nvPr/>
          </p:nvSpPr>
          <p:spPr>
            <a:xfrm>
              <a:off x="297367" y="38962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14"/>
            <p:cNvSpPr/>
            <p:nvPr/>
          </p:nvSpPr>
          <p:spPr>
            <a:xfrm>
              <a:off x="225999" y="46099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14"/>
            <p:cNvSpPr/>
            <p:nvPr/>
          </p:nvSpPr>
          <p:spPr>
            <a:xfrm>
              <a:off x="154631" y="532359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14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14"/>
            <p:cNvSpPr/>
            <p:nvPr/>
          </p:nvSpPr>
          <p:spPr>
            <a:xfrm>
              <a:off x="593332" y="-2388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14"/>
            <p:cNvSpPr/>
            <p:nvPr/>
          </p:nvSpPr>
          <p:spPr>
            <a:xfrm>
              <a:off x="524064" y="47479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14"/>
            <p:cNvSpPr/>
            <p:nvPr/>
          </p:nvSpPr>
          <p:spPr>
            <a:xfrm>
              <a:off x="452696" y="1188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14"/>
            <p:cNvSpPr/>
            <p:nvPr/>
          </p:nvSpPr>
          <p:spPr>
            <a:xfrm>
              <a:off x="381328" y="19021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14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14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14"/>
            <p:cNvSpPr/>
            <p:nvPr/>
          </p:nvSpPr>
          <p:spPr>
            <a:xfrm>
              <a:off x="167226" y="404317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14"/>
            <p:cNvSpPr/>
            <p:nvPr/>
          </p:nvSpPr>
          <p:spPr>
            <a:xfrm>
              <a:off x="97957" y="47358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14"/>
            <p:cNvSpPr/>
            <p:nvPr/>
          </p:nvSpPr>
          <p:spPr>
            <a:xfrm>
              <a:off x="608025" y="-15193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14"/>
            <p:cNvSpPr/>
            <p:nvPr/>
          </p:nvSpPr>
          <p:spPr>
            <a:xfrm>
              <a:off x="536658" y="-80562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14"/>
            <p:cNvSpPr/>
            <p:nvPr/>
          </p:nvSpPr>
          <p:spPr>
            <a:xfrm>
              <a:off x="465290" y="-919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14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14"/>
            <p:cNvSpPr/>
            <p:nvPr/>
          </p:nvSpPr>
          <p:spPr>
            <a:xfrm>
              <a:off x="322555" y="13144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14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14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14"/>
            <p:cNvSpPr/>
            <p:nvPr/>
          </p:nvSpPr>
          <p:spPr>
            <a:xfrm>
              <a:off x="110552" y="34554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14"/>
            <p:cNvSpPr/>
            <p:nvPr/>
          </p:nvSpPr>
          <p:spPr>
            <a:xfrm>
              <a:off x="39184" y="41691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15"/>
          <p:cNvSpPr txBox="1"/>
          <p:nvPr>
            <p:ph idx="1" type="subTitle"/>
          </p:nvPr>
        </p:nvSpPr>
        <p:spPr>
          <a:xfrm>
            <a:off x="817925" y="3098801"/>
            <a:ext cx="2279100" cy="7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62" name="Google Shape;1162;p15"/>
          <p:cNvSpPr txBox="1"/>
          <p:nvPr>
            <p:ph idx="2" type="subTitle"/>
          </p:nvPr>
        </p:nvSpPr>
        <p:spPr>
          <a:xfrm>
            <a:off x="3432450" y="3079926"/>
            <a:ext cx="22791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63" name="Google Shape;1163;p15"/>
          <p:cNvSpPr txBox="1"/>
          <p:nvPr>
            <p:ph idx="3" type="subTitle"/>
          </p:nvPr>
        </p:nvSpPr>
        <p:spPr>
          <a:xfrm>
            <a:off x="6067800" y="3080850"/>
            <a:ext cx="22791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64" name="Google Shape;1164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165" name="Google Shape;1165;p15"/>
          <p:cNvSpPr txBox="1"/>
          <p:nvPr>
            <p:ph idx="4" type="subTitle"/>
          </p:nvPr>
        </p:nvSpPr>
        <p:spPr>
          <a:xfrm>
            <a:off x="817925" y="2709450"/>
            <a:ext cx="2279100" cy="39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66" name="Google Shape;1166;p15"/>
          <p:cNvSpPr txBox="1"/>
          <p:nvPr>
            <p:ph idx="5" type="subTitle"/>
          </p:nvPr>
        </p:nvSpPr>
        <p:spPr>
          <a:xfrm>
            <a:off x="6067800" y="2709450"/>
            <a:ext cx="22791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67" name="Google Shape;1167;p15"/>
          <p:cNvSpPr txBox="1"/>
          <p:nvPr>
            <p:ph idx="6" type="subTitle"/>
          </p:nvPr>
        </p:nvSpPr>
        <p:spPr>
          <a:xfrm>
            <a:off x="3432450" y="2709450"/>
            <a:ext cx="22791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68" name="Google Shape;1168;p15"/>
          <p:cNvSpPr/>
          <p:nvPr/>
        </p:nvSpPr>
        <p:spPr>
          <a:xfrm rot="10800000">
            <a:off x="-4699" y="3"/>
            <a:ext cx="740961" cy="740961"/>
          </a:xfrm>
          <a:custGeom>
            <a:rect b="b" l="l" r="r" t="t"/>
            <a:pathLst>
              <a:path extrusionOk="0" h="16944" w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9" name="Google Shape;1169;p15"/>
          <p:cNvGrpSpPr/>
          <p:nvPr/>
        </p:nvGrpSpPr>
        <p:grpSpPr>
          <a:xfrm>
            <a:off x="8273608" y="4200586"/>
            <a:ext cx="1507871" cy="1510263"/>
            <a:chOff x="39184" y="-151930"/>
            <a:chExt cx="1309825" cy="1311903"/>
          </a:xfrm>
        </p:grpSpPr>
        <p:sp>
          <p:nvSpPr>
            <p:cNvPr id="1170" name="Google Shape;1170;p15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15"/>
            <p:cNvSpPr/>
            <p:nvPr/>
          </p:nvSpPr>
          <p:spPr>
            <a:xfrm>
              <a:off x="1231442" y="614221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15"/>
            <p:cNvSpPr/>
            <p:nvPr/>
          </p:nvSpPr>
          <p:spPr>
            <a:xfrm>
              <a:off x="1160075" y="68558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15"/>
            <p:cNvSpPr/>
            <p:nvPr/>
          </p:nvSpPr>
          <p:spPr>
            <a:xfrm>
              <a:off x="1088707" y="756956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15"/>
            <p:cNvSpPr/>
            <p:nvPr/>
          </p:nvSpPr>
          <p:spPr>
            <a:xfrm>
              <a:off x="1019439" y="828324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15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15"/>
            <p:cNvSpPr/>
            <p:nvPr/>
          </p:nvSpPr>
          <p:spPr>
            <a:xfrm>
              <a:off x="876704" y="96896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15"/>
            <p:cNvSpPr/>
            <p:nvPr/>
          </p:nvSpPr>
          <p:spPr>
            <a:xfrm>
              <a:off x="805336" y="104032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15"/>
            <p:cNvSpPr/>
            <p:nvPr/>
          </p:nvSpPr>
          <p:spPr>
            <a:xfrm>
              <a:off x="733969" y="111169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15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15"/>
            <p:cNvSpPr/>
            <p:nvPr/>
          </p:nvSpPr>
          <p:spPr>
            <a:xfrm>
              <a:off x="1174769" y="557547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15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15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15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15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15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15"/>
            <p:cNvSpPr/>
            <p:nvPr/>
          </p:nvSpPr>
          <p:spPr>
            <a:xfrm>
              <a:off x="748662" y="983653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15"/>
            <p:cNvSpPr/>
            <p:nvPr/>
          </p:nvSpPr>
          <p:spPr>
            <a:xfrm>
              <a:off x="677294" y="1052922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15"/>
            <p:cNvSpPr/>
            <p:nvPr/>
          </p:nvSpPr>
          <p:spPr>
            <a:xfrm>
              <a:off x="1187363" y="427407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15"/>
            <p:cNvSpPr/>
            <p:nvPr/>
          </p:nvSpPr>
          <p:spPr>
            <a:xfrm>
              <a:off x="1115995" y="49877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15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15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15"/>
            <p:cNvSpPr/>
            <p:nvPr/>
          </p:nvSpPr>
          <p:spPr>
            <a:xfrm>
              <a:off x="901893" y="71077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15"/>
            <p:cNvSpPr/>
            <p:nvPr/>
          </p:nvSpPr>
          <p:spPr>
            <a:xfrm>
              <a:off x="832623" y="782145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15"/>
            <p:cNvSpPr/>
            <p:nvPr/>
          </p:nvSpPr>
          <p:spPr>
            <a:xfrm>
              <a:off x="761256" y="85351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15"/>
            <p:cNvSpPr/>
            <p:nvPr/>
          </p:nvSpPr>
          <p:spPr>
            <a:xfrm>
              <a:off x="689888" y="92488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15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15"/>
            <p:cNvSpPr/>
            <p:nvPr/>
          </p:nvSpPr>
          <p:spPr>
            <a:xfrm>
              <a:off x="1128589" y="370732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15"/>
            <p:cNvSpPr/>
            <p:nvPr/>
          </p:nvSpPr>
          <p:spPr>
            <a:xfrm>
              <a:off x="1057221" y="44000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15"/>
            <p:cNvSpPr/>
            <p:nvPr/>
          </p:nvSpPr>
          <p:spPr>
            <a:xfrm>
              <a:off x="985854" y="51136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15"/>
            <p:cNvSpPr/>
            <p:nvPr/>
          </p:nvSpPr>
          <p:spPr>
            <a:xfrm>
              <a:off x="916585" y="58273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15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15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15"/>
            <p:cNvSpPr/>
            <p:nvPr/>
          </p:nvSpPr>
          <p:spPr>
            <a:xfrm>
              <a:off x="702483" y="796839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15"/>
            <p:cNvSpPr/>
            <p:nvPr/>
          </p:nvSpPr>
          <p:spPr>
            <a:xfrm>
              <a:off x="631115" y="86610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15"/>
            <p:cNvSpPr/>
            <p:nvPr/>
          </p:nvSpPr>
          <p:spPr>
            <a:xfrm>
              <a:off x="559747" y="93747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15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15"/>
            <p:cNvSpPr/>
            <p:nvPr/>
          </p:nvSpPr>
          <p:spPr>
            <a:xfrm>
              <a:off x="1000547" y="38332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15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15"/>
            <p:cNvSpPr/>
            <p:nvPr/>
          </p:nvSpPr>
          <p:spPr>
            <a:xfrm>
              <a:off x="857812" y="523963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15"/>
            <p:cNvSpPr/>
            <p:nvPr/>
          </p:nvSpPr>
          <p:spPr>
            <a:xfrm>
              <a:off x="786444" y="59533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15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15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15"/>
            <p:cNvSpPr/>
            <p:nvPr/>
          </p:nvSpPr>
          <p:spPr>
            <a:xfrm>
              <a:off x="574441" y="8094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15"/>
            <p:cNvSpPr/>
            <p:nvPr/>
          </p:nvSpPr>
          <p:spPr>
            <a:xfrm>
              <a:off x="503073" y="880800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15"/>
            <p:cNvSpPr/>
            <p:nvPr/>
          </p:nvSpPr>
          <p:spPr>
            <a:xfrm>
              <a:off x="1013141" y="25318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15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15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15"/>
            <p:cNvSpPr/>
            <p:nvPr/>
          </p:nvSpPr>
          <p:spPr>
            <a:xfrm>
              <a:off x="799039" y="46728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15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15"/>
            <p:cNvSpPr/>
            <p:nvPr/>
          </p:nvSpPr>
          <p:spPr>
            <a:xfrm>
              <a:off x="658403" y="60792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15"/>
            <p:cNvSpPr/>
            <p:nvPr/>
          </p:nvSpPr>
          <p:spPr>
            <a:xfrm>
              <a:off x="587035" y="67929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15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15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15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15"/>
            <p:cNvSpPr/>
            <p:nvPr/>
          </p:nvSpPr>
          <p:spPr>
            <a:xfrm>
              <a:off x="885100" y="267879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15"/>
            <p:cNvSpPr/>
            <p:nvPr/>
          </p:nvSpPr>
          <p:spPr>
            <a:xfrm>
              <a:off x="813732" y="337148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15"/>
            <p:cNvSpPr/>
            <p:nvPr/>
          </p:nvSpPr>
          <p:spPr>
            <a:xfrm>
              <a:off x="742364" y="408515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15"/>
            <p:cNvSpPr/>
            <p:nvPr/>
          </p:nvSpPr>
          <p:spPr>
            <a:xfrm>
              <a:off x="670997" y="47988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15"/>
            <p:cNvSpPr/>
            <p:nvPr/>
          </p:nvSpPr>
          <p:spPr>
            <a:xfrm>
              <a:off x="599629" y="5512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15"/>
            <p:cNvSpPr/>
            <p:nvPr/>
          </p:nvSpPr>
          <p:spPr>
            <a:xfrm>
              <a:off x="528262" y="622618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15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15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15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15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15"/>
            <p:cNvSpPr/>
            <p:nvPr/>
          </p:nvSpPr>
          <p:spPr>
            <a:xfrm>
              <a:off x="754959" y="280473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15"/>
            <p:cNvSpPr/>
            <p:nvPr/>
          </p:nvSpPr>
          <p:spPr>
            <a:xfrm>
              <a:off x="683591" y="35184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15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15"/>
            <p:cNvSpPr/>
            <p:nvPr/>
          </p:nvSpPr>
          <p:spPr>
            <a:xfrm>
              <a:off x="542955" y="492477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15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15"/>
            <p:cNvSpPr/>
            <p:nvPr/>
          </p:nvSpPr>
          <p:spPr>
            <a:xfrm>
              <a:off x="400220" y="63521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15"/>
            <p:cNvSpPr/>
            <p:nvPr/>
          </p:nvSpPr>
          <p:spPr>
            <a:xfrm>
              <a:off x="328852" y="7065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15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15"/>
            <p:cNvSpPr/>
            <p:nvPr/>
          </p:nvSpPr>
          <p:spPr>
            <a:xfrm>
              <a:off x="767553" y="1503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15"/>
            <p:cNvSpPr/>
            <p:nvPr/>
          </p:nvSpPr>
          <p:spPr>
            <a:xfrm>
              <a:off x="696185" y="22170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15"/>
            <p:cNvSpPr/>
            <p:nvPr/>
          </p:nvSpPr>
          <p:spPr>
            <a:xfrm>
              <a:off x="626917" y="293068"/>
              <a:ext cx="461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15"/>
            <p:cNvSpPr/>
            <p:nvPr/>
          </p:nvSpPr>
          <p:spPr>
            <a:xfrm>
              <a:off x="555549" y="36443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15"/>
            <p:cNvSpPr/>
            <p:nvPr/>
          </p:nvSpPr>
          <p:spPr>
            <a:xfrm>
              <a:off x="484182" y="435803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15"/>
            <p:cNvSpPr/>
            <p:nvPr/>
          </p:nvSpPr>
          <p:spPr>
            <a:xfrm>
              <a:off x="412814" y="507170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15"/>
            <p:cNvSpPr/>
            <p:nvPr/>
          </p:nvSpPr>
          <p:spPr>
            <a:xfrm>
              <a:off x="341447" y="576439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15"/>
            <p:cNvSpPr/>
            <p:nvPr/>
          </p:nvSpPr>
          <p:spPr>
            <a:xfrm>
              <a:off x="270079" y="64780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15"/>
            <p:cNvSpPr/>
            <p:nvPr/>
          </p:nvSpPr>
          <p:spPr>
            <a:xfrm>
              <a:off x="782246" y="22291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15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15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15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15"/>
            <p:cNvSpPr/>
            <p:nvPr/>
          </p:nvSpPr>
          <p:spPr>
            <a:xfrm>
              <a:off x="496776" y="30566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15"/>
            <p:cNvSpPr/>
            <p:nvPr/>
          </p:nvSpPr>
          <p:spPr>
            <a:xfrm>
              <a:off x="425408" y="37703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15"/>
            <p:cNvSpPr/>
            <p:nvPr/>
          </p:nvSpPr>
          <p:spPr>
            <a:xfrm>
              <a:off x="356140" y="448397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15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15"/>
            <p:cNvSpPr/>
            <p:nvPr/>
          </p:nvSpPr>
          <p:spPr>
            <a:xfrm>
              <a:off x="213405" y="591132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15"/>
            <p:cNvSpPr/>
            <p:nvPr/>
          </p:nvSpPr>
          <p:spPr>
            <a:xfrm>
              <a:off x="723473" y="-3648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15"/>
            <p:cNvSpPr/>
            <p:nvPr/>
          </p:nvSpPr>
          <p:spPr>
            <a:xfrm>
              <a:off x="652105" y="3488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15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15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15"/>
            <p:cNvSpPr/>
            <p:nvPr/>
          </p:nvSpPr>
          <p:spPr>
            <a:xfrm>
              <a:off x="440102" y="248988"/>
              <a:ext cx="461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15"/>
            <p:cNvSpPr/>
            <p:nvPr/>
          </p:nvSpPr>
          <p:spPr>
            <a:xfrm>
              <a:off x="368734" y="31825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15"/>
            <p:cNvSpPr/>
            <p:nvPr/>
          </p:nvSpPr>
          <p:spPr>
            <a:xfrm>
              <a:off x="297367" y="38962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15"/>
            <p:cNvSpPr/>
            <p:nvPr/>
          </p:nvSpPr>
          <p:spPr>
            <a:xfrm>
              <a:off x="225999" y="46099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15"/>
            <p:cNvSpPr/>
            <p:nvPr/>
          </p:nvSpPr>
          <p:spPr>
            <a:xfrm>
              <a:off x="154631" y="532359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15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15"/>
            <p:cNvSpPr/>
            <p:nvPr/>
          </p:nvSpPr>
          <p:spPr>
            <a:xfrm>
              <a:off x="593332" y="-2388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15"/>
            <p:cNvSpPr/>
            <p:nvPr/>
          </p:nvSpPr>
          <p:spPr>
            <a:xfrm>
              <a:off x="524064" y="47479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15"/>
            <p:cNvSpPr/>
            <p:nvPr/>
          </p:nvSpPr>
          <p:spPr>
            <a:xfrm>
              <a:off x="452696" y="1188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15"/>
            <p:cNvSpPr/>
            <p:nvPr/>
          </p:nvSpPr>
          <p:spPr>
            <a:xfrm>
              <a:off x="381328" y="19021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15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15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15"/>
            <p:cNvSpPr/>
            <p:nvPr/>
          </p:nvSpPr>
          <p:spPr>
            <a:xfrm>
              <a:off x="167226" y="404317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15"/>
            <p:cNvSpPr/>
            <p:nvPr/>
          </p:nvSpPr>
          <p:spPr>
            <a:xfrm>
              <a:off x="97957" y="47358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15"/>
            <p:cNvSpPr/>
            <p:nvPr/>
          </p:nvSpPr>
          <p:spPr>
            <a:xfrm>
              <a:off x="608025" y="-15193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15"/>
            <p:cNvSpPr/>
            <p:nvPr/>
          </p:nvSpPr>
          <p:spPr>
            <a:xfrm>
              <a:off x="536658" y="-80562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15"/>
            <p:cNvSpPr/>
            <p:nvPr/>
          </p:nvSpPr>
          <p:spPr>
            <a:xfrm>
              <a:off x="465290" y="-919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15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15"/>
            <p:cNvSpPr/>
            <p:nvPr/>
          </p:nvSpPr>
          <p:spPr>
            <a:xfrm>
              <a:off x="322555" y="13144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15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15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15"/>
            <p:cNvSpPr/>
            <p:nvPr/>
          </p:nvSpPr>
          <p:spPr>
            <a:xfrm>
              <a:off x="110552" y="34554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15"/>
            <p:cNvSpPr/>
            <p:nvPr/>
          </p:nvSpPr>
          <p:spPr>
            <a:xfrm>
              <a:off x="39184" y="41691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7" name="Google Shape;1287;p15"/>
          <p:cNvGrpSpPr/>
          <p:nvPr/>
        </p:nvGrpSpPr>
        <p:grpSpPr>
          <a:xfrm flipH="1">
            <a:off x="8324346" y="-624146"/>
            <a:ext cx="1507871" cy="1510263"/>
            <a:chOff x="39184" y="-151930"/>
            <a:chExt cx="1309825" cy="1311903"/>
          </a:xfrm>
        </p:grpSpPr>
        <p:sp>
          <p:nvSpPr>
            <p:cNvPr id="1288" name="Google Shape;1288;p15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15"/>
            <p:cNvSpPr/>
            <p:nvPr/>
          </p:nvSpPr>
          <p:spPr>
            <a:xfrm>
              <a:off x="1231442" y="614221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15"/>
            <p:cNvSpPr/>
            <p:nvPr/>
          </p:nvSpPr>
          <p:spPr>
            <a:xfrm>
              <a:off x="1160075" y="68558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15"/>
            <p:cNvSpPr/>
            <p:nvPr/>
          </p:nvSpPr>
          <p:spPr>
            <a:xfrm>
              <a:off x="1088707" y="756956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15"/>
            <p:cNvSpPr/>
            <p:nvPr/>
          </p:nvSpPr>
          <p:spPr>
            <a:xfrm>
              <a:off x="1019439" y="828324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15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15"/>
            <p:cNvSpPr/>
            <p:nvPr/>
          </p:nvSpPr>
          <p:spPr>
            <a:xfrm>
              <a:off x="876704" y="96896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15"/>
            <p:cNvSpPr/>
            <p:nvPr/>
          </p:nvSpPr>
          <p:spPr>
            <a:xfrm>
              <a:off x="805336" y="104032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15"/>
            <p:cNvSpPr/>
            <p:nvPr/>
          </p:nvSpPr>
          <p:spPr>
            <a:xfrm>
              <a:off x="733969" y="111169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15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15"/>
            <p:cNvSpPr/>
            <p:nvPr/>
          </p:nvSpPr>
          <p:spPr>
            <a:xfrm>
              <a:off x="1174769" y="557547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15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15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15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15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15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15"/>
            <p:cNvSpPr/>
            <p:nvPr/>
          </p:nvSpPr>
          <p:spPr>
            <a:xfrm>
              <a:off x="748662" y="983653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15"/>
            <p:cNvSpPr/>
            <p:nvPr/>
          </p:nvSpPr>
          <p:spPr>
            <a:xfrm>
              <a:off x="677294" y="1052922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15"/>
            <p:cNvSpPr/>
            <p:nvPr/>
          </p:nvSpPr>
          <p:spPr>
            <a:xfrm>
              <a:off x="1187363" y="427407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15"/>
            <p:cNvSpPr/>
            <p:nvPr/>
          </p:nvSpPr>
          <p:spPr>
            <a:xfrm>
              <a:off x="1115995" y="49877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15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15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15"/>
            <p:cNvSpPr/>
            <p:nvPr/>
          </p:nvSpPr>
          <p:spPr>
            <a:xfrm>
              <a:off x="901893" y="71077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15"/>
            <p:cNvSpPr/>
            <p:nvPr/>
          </p:nvSpPr>
          <p:spPr>
            <a:xfrm>
              <a:off x="832623" y="782145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15"/>
            <p:cNvSpPr/>
            <p:nvPr/>
          </p:nvSpPr>
          <p:spPr>
            <a:xfrm>
              <a:off x="761256" y="85351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15"/>
            <p:cNvSpPr/>
            <p:nvPr/>
          </p:nvSpPr>
          <p:spPr>
            <a:xfrm>
              <a:off x="689888" y="92488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15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15"/>
            <p:cNvSpPr/>
            <p:nvPr/>
          </p:nvSpPr>
          <p:spPr>
            <a:xfrm>
              <a:off x="1128589" y="370732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15"/>
            <p:cNvSpPr/>
            <p:nvPr/>
          </p:nvSpPr>
          <p:spPr>
            <a:xfrm>
              <a:off x="1057221" y="44000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15"/>
            <p:cNvSpPr/>
            <p:nvPr/>
          </p:nvSpPr>
          <p:spPr>
            <a:xfrm>
              <a:off x="985854" y="51136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15"/>
            <p:cNvSpPr/>
            <p:nvPr/>
          </p:nvSpPr>
          <p:spPr>
            <a:xfrm>
              <a:off x="916585" y="58273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15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15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15"/>
            <p:cNvSpPr/>
            <p:nvPr/>
          </p:nvSpPr>
          <p:spPr>
            <a:xfrm>
              <a:off x="702483" y="796839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15"/>
            <p:cNvSpPr/>
            <p:nvPr/>
          </p:nvSpPr>
          <p:spPr>
            <a:xfrm>
              <a:off x="631115" y="86610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15"/>
            <p:cNvSpPr/>
            <p:nvPr/>
          </p:nvSpPr>
          <p:spPr>
            <a:xfrm>
              <a:off x="559747" y="93747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15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15"/>
            <p:cNvSpPr/>
            <p:nvPr/>
          </p:nvSpPr>
          <p:spPr>
            <a:xfrm>
              <a:off x="1000547" y="38332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15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15"/>
            <p:cNvSpPr/>
            <p:nvPr/>
          </p:nvSpPr>
          <p:spPr>
            <a:xfrm>
              <a:off x="857812" y="523963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15"/>
            <p:cNvSpPr/>
            <p:nvPr/>
          </p:nvSpPr>
          <p:spPr>
            <a:xfrm>
              <a:off x="786444" y="59533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15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15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15"/>
            <p:cNvSpPr/>
            <p:nvPr/>
          </p:nvSpPr>
          <p:spPr>
            <a:xfrm>
              <a:off x="574441" y="8094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15"/>
            <p:cNvSpPr/>
            <p:nvPr/>
          </p:nvSpPr>
          <p:spPr>
            <a:xfrm>
              <a:off x="503073" y="880800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15"/>
            <p:cNvSpPr/>
            <p:nvPr/>
          </p:nvSpPr>
          <p:spPr>
            <a:xfrm>
              <a:off x="1013141" y="25318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15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15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15"/>
            <p:cNvSpPr/>
            <p:nvPr/>
          </p:nvSpPr>
          <p:spPr>
            <a:xfrm>
              <a:off x="799039" y="46728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15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15"/>
            <p:cNvSpPr/>
            <p:nvPr/>
          </p:nvSpPr>
          <p:spPr>
            <a:xfrm>
              <a:off x="658403" y="60792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15"/>
            <p:cNvSpPr/>
            <p:nvPr/>
          </p:nvSpPr>
          <p:spPr>
            <a:xfrm>
              <a:off x="587035" y="67929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15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15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15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15"/>
            <p:cNvSpPr/>
            <p:nvPr/>
          </p:nvSpPr>
          <p:spPr>
            <a:xfrm>
              <a:off x="885100" y="267879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15"/>
            <p:cNvSpPr/>
            <p:nvPr/>
          </p:nvSpPr>
          <p:spPr>
            <a:xfrm>
              <a:off x="813732" y="337148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15"/>
            <p:cNvSpPr/>
            <p:nvPr/>
          </p:nvSpPr>
          <p:spPr>
            <a:xfrm>
              <a:off x="742364" y="408515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15"/>
            <p:cNvSpPr/>
            <p:nvPr/>
          </p:nvSpPr>
          <p:spPr>
            <a:xfrm>
              <a:off x="670997" y="47988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15"/>
            <p:cNvSpPr/>
            <p:nvPr/>
          </p:nvSpPr>
          <p:spPr>
            <a:xfrm>
              <a:off x="599629" y="5512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15"/>
            <p:cNvSpPr/>
            <p:nvPr/>
          </p:nvSpPr>
          <p:spPr>
            <a:xfrm>
              <a:off x="528262" y="622618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15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15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15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15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15"/>
            <p:cNvSpPr/>
            <p:nvPr/>
          </p:nvSpPr>
          <p:spPr>
            <a:xfrm>
              <a:off x="754959" y="280473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15"/>
            <p:cNvSpPr/>
            <p:nvPr/>
          </p:nvSpPr>
          <p:spPr>
            <a:xfrm>
              <a:off x="683591" y="35184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15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15"/>
            <p:cNvSpPr/>
            <p:nvPr/>
          </p:nvSpPr>
          <p:spPr>
            <a:xfrm>
              <a:off x="542955" y="492477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15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15"/>
            <p:cNvSpPr/>
            <p:nvPr/>
          </p:nvSpPr>
          <p:spPr>
            <a:xfrm>
              <a:off x="400220" y="63521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15"/>
            <p:cNvSpPr/>
            <p:nvPr/>
          </p:nvSpPr>
          <p:spPr>
            <a:xfrm>
              <a:off x="328852" y="7065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15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15"/>
            <p:cNvSpPr/>
            <p:nvPr/>
          </p:nvSpPr>
          <p:spPr>
            <a:xfrm>
              <a:off x="767553" y="1503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15"/>
            <p:cNvSpPr/>
            <p:nvPr/>
          </p:nvSpPr>
          <p:spPr>
            <a:xfrm>
              <a:off x="696185" y="22170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15"/>
            <p:cNvSpPr/>
            <p:nvPr/>
          </p:nvSpPr>
          <p:spPr>
            <a:xfrm>
              <a:off x="626917" y="293068"/>
              <a:ext cx="461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15"/>
            <p:cNvSpPr/>
            <p:nvPr/>
          </p:nvSpPr>
          <p:spPr>
            <a:xfrm>
              <a:off x="555549" y="36443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15"/>
            <p:cNvSpPr/>
            <p:nvPr/>
          </p:nvSpPr>
          <p:spPr>
            <a:xfrm>
              <a:off x="484182" y="435803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15"/>
            <p:cNvSpPr/>
            <p:nvPr/>
          </p:nvSpPr>
          <p:spPr>
            <a:xfrm>
              <a:off x="412814" y="507170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15"/>
            <p:cNvSpPr/>
            <p:nvPr/>
          </p:nvSpPr>
          <p:spPr>
            <a:xfrm>
              <a:off x="341447" y="576439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15"/>
            <p:cNvSpPr/>
            <p:nvPr/>
          </p:nvSpPr>
          <p:spPr>
            <a:xfrm>
              <a:off x="270079" y="64780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15"/>
            <p:cNvSpPr/>
            <p:nvPr/>
          </p:nvSpPr>
          <p:spPr>
            <a:xfrm>
              <a:off x="782246" y="22291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15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15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15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15"/>
            <p:cNvSpPr/>
            <p:nvPr/>
          </p:nvSpPr>
          <p:spPr>
            <a:xfrm>
              <a:off x="496776" y="30566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15"/>
            <p:cNvSpPr/>
            <p:nvPr/>
          </p:nvSpPr>
          <p:spPr>
            <a:xfrm>
              <a:off x="425408" y="37703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15"/>
            <p:cNvSpPr/>
            <p:nvPr/>
          </p:nvSpPr>
          <p:spPr>
            <a:xfrm>
              <a:off x="356140" y="448397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15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15"/>
            <p:cNvSpPr/>
            <p:nvPr/>
          </p:nvSpPr>
          <p:spPr>
            <a:xfrm>
              <a:off x="213405" y="591132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15"/>
            <p:cNvSpPr/>
            <p:nvPr/>
          </p:nvSpPr>
          <p:spPr>
            <a:xfrm>
              <a:off x="723473" y="-3648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15"/>
            <p:cNvSpPr/>
            <p:nvPr/>
          </p:nvSpPr>
          <p:spPr>
            <a:xfrm>
              <a:off x="652105" y="3488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15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15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15"/>
            <p:cNvSpPr/>
            <p:nvPr/>
          </p:nvSpPr>
          <p:spPr>
            <a:xfrm>
              <a:off x="440102" y="248988"/>
              <a:ext cx="461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15"/>
            <p:cNvSpPr/>
            <p:nvPr/>
          </p:nvSpPr>
          <p:spPr>
            <a:xfrm>
              <a:off x="368734" y="31825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15"/>
            <p:cNvSpPr/>
            <p:nvPr/>
          </p:nvSpPr>
          <p:spPr>
            <a:xfrm>
              <a:off x="297367" y="38962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15"/>
            <p:cNvSpPr/>
            <p:nvPr/>
          </p:nvSpPr>
          <p:spPr>
            <a:xfrm>
              <a:off x="225999" y="46099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15"/>
            <p:cNvSpPr/>
            <p:nvPr/>
          </p:nvSpPr>
          <p:spPr>
            <a:xfrm>
              <a:off x="154631" y="532359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15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15"/>
            <p:cNvSpPr/>
            <p:nvPr/>
          </p:nvSpPr>
          <p:spPr>
            <a:xfrm>
              <a:off x="593332" y="-2388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15"/>
            <p:cNvSpPr/>
            <p:nvPr/>
          </p:nvSpPr>
          <p:spPr>
            <a:xfrm>
              <a:off x="524064" y="47479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15"/>
            <p:cNvSpPr/>
            <p:nvPr/>
          </p:nvSpPr>
          <p:spPr>
            <a:xfrm>
              <a:off x="452696" y="1188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15"/>
            <p:cNvSpPr/>
            <p:nvPr/>
          </p:nvSpPr>
          <p:spPr>
            <a:xfrm>
              <a:off x="381328" y="19021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15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15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15"/>
            <p:cNvSpPr/>
            <p:nvPr/>
          </p:nvSpPr>
          <p:spPr>
            <a:xfrm>
              <a:off x="167226" y="404317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15"/>
            <p:cNvSpPr/>
            <p:nvPr/>
          </p:nvSpPr>
          <p:spPr>
            <a:xfrm>
              <a:off x="97957" y="47358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15"/>
            <p:cNvSpPr/>
            <p:nvPr/>
          </p:nvSpPr>
          <p:spPr>
            <a:xfrm>
              <a:off x="608025" y="-15193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15"/>
            <p:cNvSpPr/>
            <p:nvPr/>
          </p:nvSpPr>
          <p:spPr>
            <a:xfrm>
              <a:off x="536658" y="-80562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15"/>
            <p:cNvSpPr/>
            <p:nvPr/>
          </p:nvSpPr>
          <p:spPr>
            <a:xfrm>
              <a:off x="465290" y="-919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15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15"/>
            <p:cNvSpPr/>
            <p:nvPr/>
          </p:nvSpPr>
          <p:spPr>
            <a:xfrm>
              <a:off x="322555" y="13144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15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15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15"/>
            <p:cNvSpPr/>
            <p:nvPr/>
          </p:nvSpPr>
          <p:spPr>
            <a:xfrm>
              <a:off x="110552" y="34554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15"/>
            <p:cNvSpPr/>
            <p:nvPr/>
          </p:nvSpPr>
          <p:spPr>
            <a:xfrm>
              <a:off x="39184" y="41691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SECTION_TITLE_AND_DESCRIPTION_1"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16"/>
          <p:cNvSpPr txBox="1"/>
          <p:nvPr>
            <p:ph idx="1" type="subTitle"/>
          </p:nvPr>
        </p:nvSpPr>
        <p:spPr>
          <a:xfrm>
            <a:off x="720100" y="2402075"/>
            <a:ext cx="6145800" cy="15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07" name="Google Shape;1407;p16"/>
          <p:cNvSpPr txBox="1"/>
          <p:nvPr>
            <p:ph type="title"/>
          </p:nvPr>
        </p:nvSpPr>
        <p:spPr>
          <a:xfrm>
            <a:off x="720000" y="1051775"/>
            <a:ext cx="6145800" cy="1121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grpSp>
        <p:nvGrpSpPr>
          <p:cNvPr id="1408" name="Google Shape;1408;p16"/>
          <p:cNvGrpSpPr/>
          <p:nvPr/>
        </p:nvGrpSpPr>
        <p:grpSpPr>
          <a:xfrm>
            <a:off x="-684423" y="-1789571"/>
            <a:ext cx="10430491" cy="7512343"/>
            <a:chOff x="-684423" y="-1789571"/>
            <a:chExt cx="10430491" cy="7512343"/>
          </a:xfrm>
        </p:grpSpPr>
        <p:grpSp>
          <p:nvGrpSpPr>
            <p:cNvPr id="1409" name="Google Shape;1409;p16"/>
            <p:cNvGrpSpPr/>
            <p:nvPr/>
          </p:nvGrpSpPr>
          <p:grpSpPr>
            <a:xfrm>
              <a:off x="7144492" y="3147242"/>
              <a:ext cx="2300520" cy="2575530"/>
              <a:chOff x="3238240" y="323850"/>
              <a:chExt cx="1739919" cy="1947912"/>
            </a:xfrm>
          </p:grpSpPr>
          <p:sp>
            <p:nvSpPr>
              <p:cNvPr id="1410" name="Google Shape;1410;p16"/>
              <p:cNvSpPr/>
              <p:nvPr/>
            </p:nvSpPr>
            <p:spPr>
              <a:xfrm>
                <a:off x="3238240" y="323850"/>
                <a:ext cx="1654154" cy="1947912"/>
              </a:xfrm>
              <a:custGeom>
                <a:rect b="b" l="l" r="r" t="t"/>
                <a:pathLst>
                  <a:path extrusionOk="0" h="58876" w="50016">
                    <a:moveTo>
                      <a:pt x="50016" y="49881"/>
                    </a:moveTo>
                    <a:lnTo>
                      <a:pt x="135" y="0"/>
                    </a:lnTo>
                    <a:lnTo>
                      <a:pt x="0" y="29959"/>
                    </a:lnTo>
                    <a:lnTo>
                      <a:pt x="26668" y="56627"/>
                    </a:lnTo>
                    <a:cubicBezTo>
                      <a:pt x="28107" y="58067"/>
                      <a:pt x="30060" y="58876"/>
                      <a:pt x="32096" y="58876"/>
                    </a:cubicBezTo>
                    <a:lnTo>
                      <a:pt x="49927" y="58876"/>
                    </a:lnTo>
                    <a:lnTo>
                      <a:pt x="50016" y="49881"/>
                    </a:ln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1" name="Google Shape;1411;p16"/>
              <p:cNvSpPr/>
              <p:nvPr/>
            </p:nvSpPr>
            <p:spPr>
              <a:xfrm>
                <a:off x="4036753" y="947738"/>
                <a:ext cx="941406" cy="657233"/>
              </a:xfrm>
              <a:custGeom>
                <a:rect b="b" l="l" r="r" t="t"/>
                <a:pathLst>
                  <a:path extrusionOk="0" h="19847" w="28452">
                    <a:moveTo>
                      <a:pt x="0" y="5307"/>
                    </a:moveTo>
                    <a:lnTo>
                      <a:pt x="0" y="5307"/>
                    </a:lnTo>
                    <a:cubicBezTo>
                      <a:pt x="5307" y="0"/>
                      <a:pt x="13912" y="0"/>
                      <a:pt x="19219" y="5307"/>
                    </a:cubicBezTo>
                    <a:lnTo>
                      <a:pt x="28452" y="14540"/>
                    </a:lnTo>
                    <a:lnTo>
                      <a:pt x="28452" y="14540"/>
                    </a:lnTo>
                    <a:cubicBezTo>
                      <a:pt x="23144" y="19847"/>
                      <a:pt x="14540" y="19847"/>
                      <a:pt x="9232" y="14540"/>
                    </a:cubicBezTo>
                    <a:lnTo>
                      <a:pt x="0" y="5307"/>
                    </a:ln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2" name="Google Shape;1412;p16"/>
              <p:cNvSpPr/>
              <p:nvPr/>
            </p:nvSpPr>
            <p:spPr>
              <a:xfrm>
                <a:off x="3724015" y="1260475"/>
                <a:ext cx="941406" cy="657233"/>
              </a:xfrm>
              <a:custGeom>
                <a:rect b="b" l="l" r="r" t="t"/>
                <a:pathLst>
                  <a:path extrusionOk="0" h="19847" w="28452">
                    <a:moveTo>
                      <a:pt x="0" y="5308"/>
                    </a:moveTo>
                    <a:lnTo>
                      <a:pt x="0" y="5308"/>
                    </a:lnTo>
                    <a:cubicBezTo>
                      <a:pt x="5308" y="0"/>
                      <a:pt x="13912" y="0"/>
                      <a:pt x="19220" y="5307"/>
                    </a:cubicBezTo>
                    <a:lnTo>
                      <a:pt x="28452" y="14540"/>
                    </a:lnTo>
                    <a:lnTo>
                      <a:pt x="28452" y="14540"/>
                    </a:lnTo>
                    <a:cubicBezTo>
                      <a:pt x="23145" y="19847"/>
                      <a:pt x="14540" y="19847"/>
                      <a:pt x="9233" y="14540"/>
                    </a:cubicBezTo>
                    <a:lnTo>
                      <a:pt x="0" y="5308"/>
                    </a:lnTo>
                    <a:close/>
                  </a:path>
                </a:pathLst>
              </a:custGeom>
              <a:solidFill>
                <a:srgbClr val="F0EBE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3" name="Google Shape;1413;p16"/>
              <p:cNvSpPr/>
              <p:nvPr/>
            </p:nvSpPr>
            <p:spPr>
              <a:xfrm>
                <a:off x="4109778" y="1271588"/>
                <a:ext cx="403228" cy="403228"/>
              </a:xfrm>
              <a:custGeom>
                <a:rect b="b" l="l" r="r" t="t"/>
                <a:pathLst>
                  <a:path extrusionOk="0" h="12207" w="12207">
                    <a:moveTo>
                      <a:pt x="2664" y="9543"/>
                    </a:moveTo>
                    <a:cubicBezTo>
                      <a:pt x="5293" y="12173"/>
                      <a:pt x="9529" y="12207"/>
                      <a:pt x="12207" y="9655"/>
                    </a:cubicBezTo>
                    <a:lnTo>
                      <a:pt x="2552" y="0"/>
                    </a:lnTo>
                    <a:cubicBezTo>
                      <a:pt x="0" y="2678"/>
                      <a:pt x="34" y="6914"/>
                      <a:pt x="2664" y="9543"/>
                    </a:cubicBez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4" name="Google Shape;1414;p16"/>
              <p:cNvSpPr/>
              <p:nvPr/>
            </p:nvSpPr>
            <p:spPr>
              <a:xfrm>
                <a:off x="4192328" y="1189038"/>
                <a:ext cx="403225" cy="403225"/>
              </a:xfrm>
              <a:custGeom>
                <a:rect b="b" l="l" r="r" t="t"/>
                <a:pathLst>
                  <a:path extrusionOk="0" h="12206" w="12206">
                    <a:moveTo>
                      <a:pt x="9543" y="2663"/>
                    </a:moveTo>
                    <a:cubicBezTo>
                      <a:pt x="6913" y="34"/>
                      <a:pt x="2677" y="0"/>
                      <a:pt x="0" y="2551"/>
                    </a:cubicBezTo>
                    <a:lnTo>
                      <a:pt x="9655" y="12206"/>
                    </a:lnTo>
                    <a:cubicBezTo>
                      <a:pt x="12206" y="9529"/>
                      <a:pt x="12172" y="5293"/>
                      <a:pt x="9543" y="2663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15" name="Google Shape;1415;p16"/>
            <p:cNvSpPr/>
            <p:nvPr/>
          </p:nvSpPr>
          <p:spPr>
            <a:xfrm>
              <a:off x="-684423" y="-1789571"/>
              <a:ext cx="2187200" cy="2575531"/>
            </a:xfrm>
            <a:custGeom>
              <a:rect b="b" l="l" r="r" t="t"/>
              <a:pathLst>
                <a:path extrusionOk="0" h="58876" w="50016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16" name="Google Shape;1416;p16"/>
            <p:cNvGrpSpPr/>
            <p:nvPr/>
          </p:nvGrpSpPr>
          <p:grpSpPr>
            <a:xfrm flipH="1">
              <a:off x="8238198" y="-570847"/>
              <a:ext cx="1507871" cy="1510263"/>
              <a:chOff x="39184" y="-151930"/>
              <a:chExt cx="1309825" cy="1311903"/>
            </a:xfrm>
          </p:grpSpPr>
          <p:sp>
            <p:nvSpPr>
              <p:cNvPr id="1417" name="Google Shape;1417;p16"/>
              <p:cNvSpPr/>
              <p:nvPr/>
            </p:nvSpPr>
            <p:spPr>
              <a:xfrm>
                <a:off x="1304909" y="54495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8" name="Google Shape;1418;p16"/>
              <p:cNvSpPr/>
              <p:nvPr/>
            </p:nvSpPr>
            <p:spPr>
              <a:xfrm>
                <a:off x="1231442" y="614221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9" name="Google Shape;1419;p16"/>
              <p:cNvSpPr/>
              <p:nvPr/>
            </p:nvSpPr>
            <p:spPr>
              <a:xfrm>
                <a:off x="1160075" y="685588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0" name="Google Shape;1420;p16"/>
              <p:cNvSpPr/>
              <p:nvPr/>
            </p:nvSpPr>
            <p:spPr>
              <a:xfrm>
                <a:off x="1088707" y="756956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1" name="Google Shape;1421;p16"/>
              <p:cNvSpPr/>
              <p:nvPr/>
            </p:nvSpPr>
            <p:spPr>
              <a:xfrm>
                <a:off x="1019439" y="828324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2" name="Google Shape;1422;p16"/>
              <p:cNvSpPr/>
              <p:nvPr/>
            </p:nvSpPr>
            <p:spPr>
              <a:xfrm>
                <a:off x="948072" y="899691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3" name="Google Shape;1423;p16"/>
              <p:cNvSpPr/>
              <p:nvPr/>
            </p:nvSpPr>
            <p:spPr>
              <a:xfrm>
                <a:off x="876704" y="968960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4" name="Google Shape;1424;p16"/>
              <p:cNvSpPr/>
              <p:nvPr/>
            </p:nvSpPr>
            <p:spPr>
              <a:xfrm>
                <a:off x="805336" y="1040328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5" name="Google Shape;1425;p16"/>
              <p:cNvSpPr/>
              <p:nvPr/>
            </p:nvSpPr>
            <p:spPr>
              <a:xfrm>
                <a:off x="733969" y="1111695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6" name="Google Shape;1426;p16"/>
              <p:cNvSpPr/>
              <p:nvPr/>
            </p:nvSpPr>
            <p:spPr>
              <a:xfrm>
                <a:off x="1244036" y="48618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7" name="Google Shape;1427;p16"/>
              <p:cNvSpPr/>
              <p:nvPr/>
            </p:nvSpPr>
            <p:spPr>
              <a:xfrm>
                <a:off x="1174769" y="557547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8" name="Google Shape;1428;p16"/>
              <p:cNvSpPr/>
              <p:nvPr/>
            </p:nvSpPr>
            <p:spPr>
              <a:xfrm>
                <a:off x="1105499" y="62891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9" name="Google Shape;1429;p16"/>
              <p:cNvSpPr/>
              <p:nvPr/>
            </p:nvSpPr>
            <p:spPr>
              <a:xfrm>
                <a:off x="1034132" y="70028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0" name="Google Shape;1430;p16"/>
              <p:cNvSpPr/>
              <p:nvPr/>
            </p:nvSpPr>
            <p:spPr>
              <a:xfrm>
                <a:off x="960666" y="76955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1" name="Google Shape;1431;p16"/>
              <p:cNvSpPr/>
              <p:nvPr/>
            </p:nvSpPr>
            <p:spPr>
              <a:xfrm>
                <a:off x="889298" y="840918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2" name="Google Shape;1432;p16"/>
              <p:cNvSpPr/>
              <p:nvPr/>
            </p:nvSpPr>
            <p:spPr>
              <a:xfrm>
                <a:off x="817931" y="91228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3" name="Google Shape;1433;p16"/>
              <p:cNvSpPr/>
              <p:nvPr/>
            </p:nvSpPr>
            <p:spPr>
              <a:xfrm>
                <a:off x="748662" y="983653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4" name="Google Shape;1434;p16"/>
              <p:cNvSpPr/>
              <p:nvPr/>
            </p:nvSpPr>
            <p:spPr>
              <a:xfrm>
                <a:off x="677294" y="1052922"/>
                <a:ext cx="461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5" name="Google Shape;1435;p16"/>
              <p:cNvSpPr/>
              <p:nvPr/>
            </p:nvSpPr>
            <p:spPr>
              <a:xfrm>
                <a:off x="1187363" y="427407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6" name="Google Shape;1436;p16"/>
              <p:cNvSpPr/>
              <p:nvPr/>
            </p:nvSpPr>
            <p:spPr>
              <a:xfrm>
                <a:off x="1115995" y="498774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7" name="Google Shape;1437;p16"/>
              <p:cNvSpPr/>
              <p:nvPr/>
            </p:nvSpPr>
            <p:spPr>
              <a:xfrm>
                <a:off x="1046726" y="572240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8" name="Google Shape;1438;p16"/>
              <p:cNvSpPr/>
              <p:nvPr/>
            </p:nvSpPr>
            <p:spPr>
              <a:xfrm>
                <a:off x="975359" y="643608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9" name="Google Shape;1439;p16"/>
              <p:cNvSpPr/>
              <p:nvPr/>
            </p:nvSpPr>
            <p:spPr>
              <a:xfrm>
                <a:off x="901893" y="710777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0" name="Google Shape;1440;p16"/>
              <p:cNvSpPr/>
              <p:nvPr/>
            </p:nvSpPr>
            <p:spPr>
              <a:xfrm>
                <a:off x="832623" y="782145"/>
                <a:ext cx="46178" cy="482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1" name="Google Shape;1441;p16"/>
              <p:cNvSpPr/>
              <p:nvPr/>
            </p:nvSpPr>
            <p:spPr>
              <a:xfrm>
                <a:off x="761256" y="853512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2" name="Google Shape;1442;p16"/>
              <p:cNvSpPr/>
              <p:nvPr/>
            </p:nvSpPr>
            <p:spPr>
              <a:xfrm>
                <a:off x="689888" y="924880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3" name="Google Shape;1443;p16"/>
              <p:cNvSpPr/>
              <p:nvPr/>
            </p:nvSpPr>
            <p:spPr>
              <a:xfrm>
                <a:off x="618521" y="996247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4" name="Google Shape;1444;p16"/>
              <p:cNvSpPr/>
              <p:nvPr/>
            </p:nvSpPr>
            <p:spPr>
              <a:xfrm>
                <a:off x="1128589" y="370732"/>
                <a:ext cx="48279" cy="461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5" name="Google Shape;1445;p16"/>
              <p:cNvSpPr/>
              <p:nvPr/>
            </p:nvSpPr>
            <p:spPr>
              <a:xfrm>
                <a:off x="1057221" y="440001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6" name="Google Shape;1446;p16"/>
              <p:cNvSpPr/>
              <p:nvPr/>
            </p:nvSpPr>
            <p:spPr>
              <a:xfrm>
                <a:off x="985854" y="511368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7" name="Google Shape;1447;p16"/>
              <p:cNvSpPr/>
              <p:nvPr/>
            </p:nvSpPr>
            <p:spPr>
              <a:xfrm>
                <a:off x="916585" y="582736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8" name="Google Shape;1448;p16"/>
              <p:cNvSpPr/>
              <p:nvPr/>
            </p:nvSpPr>
            <p:spPr>
              <a:xfrm>
                <a:off x="845218" y="654104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9" name="Google Shape;1449;p16"/>
              <p:cNvSpPr/>
              <p:nvPr/>
            </p:nvSpPr>
            <p:spPr>
              <a:xfrm>
                <a:off x="775949" y="727570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0" name="Google Shape;1450;p16"/>
              <p:cNvSpPr/>
              <p:nvPr/>
            </p:nvSpPr>
            <p:spPr>
              <a:xfrm>
                <a:off x="702483" y="796839"/>
                <a:ext cx="48279" cy="461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1" name="Google Shape;1451;p16"/>
              <p:cNvSpPr/>
              <p:nvPr/>
            </p:nvSpPr>
            <p:spPr>
              <a:xfrm>
                <a:off x="631115" y="866107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2" name="Google Shape;1452;p16"/>
              <p:cNvSpPr/>
              <p:nvPr/>
            </p:nvSpPr>
            <p:spPr>
              <a:xfrm>
                <a:off x="559747" y="93747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3" name="Google Shape;1453;p16"/>
              <p:cNvSpPr/>
              <p:nvPr/>
            </p:nvSpPr>
            <p:spPr>
              <a:xfrm>
                <a:off x="1071915" y="311959"/>
                <a:ext cx="461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4" name="Google Shape;1454;p16"/>
              <p:cNvSpPr/>
              <p:nvPr/>
            </p:nvSpPr>
            <p:spPr>
              <a:xfrm>
                <a:off x="1000547" y="383327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5" name="Google Shape;1455;p16"/>
              <p:cNvSpPr/>
              <p:nvPr/>
            </p:nvSpPr>
            <p:spPr>
              <a:xfrm>
                <a:off x="929180" y="454694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6" name="Google Shape;1456;p16"/>
              <p:cNvSpPr/>
              <p:nvPr/>
            </p:nvSpPr>
            <p:spPr>
              <a:xfrm>
                <a:off x="857812" y="523963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7" name="Google Shape;1457;p16"/>
              <p:cNvSpPr/>
              <p:nvPr/>
            </p:nvSpPr>
            <p:spPr>
              <a:xfrm>
                <a:off x="786444" y="595330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8" name="Google Shape;1458;p16"/>
              <p:cNvSpPr/>
              <p:nvPr/>
            </p:nvSpPr>
            <p:spPr>
              <a:xfrm>
                <a:off x="717176" y="66879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9" name="Google Shape;1459;p16"/>
              <p:cNvSpPr/>
              <p:nvPr/>
            </p:nvSpPr>
            <p:spPr>
              <a:xfrm>
                <a:off x="647907" y="740164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0" name="Google Shape;1460;p16"/>
              <p:cNvSpPr/>
              <p:nvPr/>
            </p:nvSpPr>
            <p:spPr>
              <a:xfrm>
                <a:off x="574441" y="809433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1" name="Google Shape;1461;p16"/>
              <p:cNvSpPr/>
              <p:nvPr/>
            </p:nvSpPr>
            <p:spPr>
              <a:xfrm>
                <a:off x="503073" y="880800"/>
                <a:ext cx="48278" cy="461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2" name="Google Shape;1462;p16"/>
              <p:cNvSpPr/>
              <p:nvPr/>
            </p:nvSpPr>
            <p:spPr>
              <a:xfrm>
                <a:off x="1013141" y="253186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3" name="Google Shape;1463;p16"/>
              <p:cNvSpPr/>
              <p:nvPr/>
            </p:nvSpPr>
            <p:spPr>
              <a:xfrm>
                <a:off x="941774" y="324553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4" name="Google Shape;1464;p16"/>
              <p:cNvSpPr/>
              <p:nvPr/>
            </p:nvSpPr>
            <p:spPr>
              <a:xfrm>
                <a:off x="870406" y="395921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5" name="Google Shape;1465;p16"/>
              <p:cNvSpPr/>
              <p:nvPr/>
            </p:nvSpPr>
            <p:spPr>
              <a:xfrm>
                <a:off x="799039" y="467288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6" name="Google Shape;1466;p16"/>
              <p:cNvSpPr/>
              <p:nvPr/>
            </p:nvSpPr>
            <p:spPr>
              <a:xfrm>
                <a:off x="729770" y="538656"/>
                <a:ext cx="461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7" name="Google Shape;1467;p16"/>
              <p:cNvSpPr/>
              <p:nvPr/>
            </p:nvSpPr>
            <p:spPr>
              <a:xfrm>
                <a:off x="658403" y="60792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8" name="Google Shape;1468;p16"/>
              <p:cNvSpPr/>
              <p:nvPr/>
            </p:nvSpPr>
            <p:spPr>
              <a:xfrm>
                <a:off x="587035" y="679292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9" name="Google Shape;1469;p16"/>
              <p:cNvSpPr/>
              <p:nvPr/>
            </p:nvSpPr>
            <p:spPr>
              <a:xfrm>
                <a:off x="515667" y="750660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0" name="Google Shape;1470;p16"/>
              <p:cNvSpPr/>
              <p:nvPr/>
            </p:nvSpPr>
            <p:spPr>
              <a:xfrm>
                <a:off x="444300" y="822027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1" name="Google Shape;1471;p16"/>
              <p:cNvSpPr/>
              <p:nvPr/>
            </p:nvSpPr>
            <p:spPr>
              <a:xfrm>
                <a:off x="954368" y="196512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2" name="Google Shape;1472;p16"/>
              <p:cNvSpPr/>
              <p:nvPr/>
            </p:nvSpPr>
            <p:spPr>
              <a:xfrm>
                <a:off x="885100" y="267879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3" name="Google Shape;1473;p16"/>
              <p:cNvSpPr/>
              <p:nvPr/>
            </p:nvSpPr>
            <p:spPr>
              <a:xfrm>
                <a:off x="813732" y="337148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4" name="Google Shape;1474;p16"/>
              <p:cNvSpPr/>
              <p:nvPr/>
            </p:nvSpPr>
            <p:spPr>
              <a:xfrm>
                <a:off x="742364" y="408515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5" name="Google Shape;1475;p16"/>
              <p:cNvSpPr/>
              <p:nvPr/>
            </p:nvSpPr>
            <p:spPr>
              <a:xfrm>
                <a:off x="670997" y="479883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6" name="Google Shape;1476;p16"/>
              <p:cNvSpPr/>
              <p:nvPr/>
            </p:nvSpPr>
            <p:spPr>
              <a:xfrm>
                <a:off x="599629" y="55125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7" name="Google Shape;1477;p16"/>
              <p:cNvSpPr/>
              <p:nvPr/>
            </p:nvSpPr>
            <p:spPr>
              <a:xfrm>
                <a:off x="528262" y="622618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8" name="Google Shape;1478;p16"/>
              <p:cNvSpPr/>
              <p:nvPr/>
            </p:nvSpPr>
            <p:spPr>
              <a:xfrm>
                <a:off x="456894" y="693985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9" name="Google Shape;1479;p16"/>
              <p:cNvSpPr/>
              <p:nvPr/>
            </p:nvSpPr>
            <p:spPr>
              <a:xfrm>
                <a:off x="389725" y="765353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0" name="Google Shape;1480;p16"/>
              <p:cNvSpPr/>
              <p:nvPr/>
            </p:nvSpPr>
            <p:spPr>
              <a:xfrm>
                <a:off x="899793" y="13983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1" name="Google Shape;1481;p16"/>
              <p:cNvSpPr/>
              <p:nvPr/>
            </p:nvSpPr>
            <p:spPr>
              <a:xfrm>
                <a:off x="828425" y="21120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2" name="Google Shape;1482;p16"/>
              <p:cNvSpPr/>
              <p:nvPr/>
            </p:nvSpPr>
            <p:spPr>
              <a:xfrm>
                <a:off x="754959" y="280473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3" name="Google Shape;1483;p16"/>
              <p:cNvSpPr/>
              <p:nvPr/>
            </p:nvSpPr>
            <p:spPr>
              <a:xfrm>
                <a:off x="683591" y="351841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4" name="Google Shape;1484;p16"/>
              <p:cNvSpPr/>
              <p:nvPr/>
            </p:nvSpPr>
            <p:spPr>
              <a:xfrm>
                <a:off x="612224" y="421109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5" name="Google Shape;1485;p16"/>
              <p:cNvSpPr/>
              <p:nvPr/>
            </p:nvSpPr>
            <p:spPr>
              <a:xfrm>
                <a:off x="542955" y="492477"/>
                <a:ext cx="461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6" name="Google Shape;1486;p16"/>
              <p:cNvSpPr/>
              <p:nvPr/>
            </p:nvSpPr>
            <p:spPr>
              <a:xfrm>
                <a:off x="471587" y="563845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7" name="Google Shape;1487;p16"/>
              <p:cNvSpPr/>
              <p:nvPr/>
            </p:nvSpPr>
            <p:spPr>
              <a:xfrm>
                <a:off x="400220" y="635212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8" name="Google Shape;1488;p16"/>
              <p:cNvSpPr/>
              <p:nvPr/>
            </p:nvSpPr>
            <p:spPr>
              <a:xfrm>
                <a:off x="328852" y="70658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9" name="Google Shape;1489;p16"/>
              <p:cNvSpPr/>
              <p:nvPr/>
            </p:nvSpPr>
            <p:spPr>
              <a:xfrm>
                <a:off x="841020" y="81064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0" name="Google Shape;1490;p16"/>
              <p:cNvSpPr/>
              <p:nvPr/>
            </p:nvSpPr>
            <p:spPr>
              <a:xfrm>
                <a:off x="767553" y="150333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1" name="Google Shape;1491;p16"/>
              <p:cNvSpPr/>
              <p:nvPr/>
            </p:nvSpPr>
            <p:spPr>
              <a:xfrm>
                <a:off x="696185" y="22170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2" name="Google Shape;1492;p16"/>
              <p:cNvSpPr/>
              <p:nvPr/>
            </p:nvSpPr>
            <p:spPr>
              <a:xfrm>
                <a:off x="626917" y="293068"/>
                <a:ext cx="461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3" name="Google Shape;1493;p16"/>
              <p:cNvSpPr/>
              <p:nvPr/>
            </p:nvSpPr>
            <p:spPr>
              <a:xfrm>
                <a:off x="555549" y="364435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4" name="Google Shape;1494;p16"/>
              <p:cNvSpPr/>
              <p:nvPr/>
            </p:nvSpPr>
            <p:spPr>
              <a:xfrm>
                <a:off x="484182" y="435803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5" name="Google Shape;1495;p16"/>
              <p:cNvSpPr/>
              <p:nvPr/>
            </p:nvSpPr>
            <p:spPr>
              <a:xfrm>
                <a:off x="412814" y="507170"/>
                <a:ext cx="48279" cy="461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6" name="Google Shape;1496;p16"/>
              <p:cNvSpPr/>
              <p:nvPr/>
            </p:nvSpPr>
            <p:spPr>
              <a:xfrm>
                <a:off x="341447" y="576439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7" name="Google Shape;1497;p16"/>
              <p:cNvSpPr/>
              <p:nvPr/>
            </p:nvSpPr>
            <p:spPr>
              <a:xfrm>
                <a:off x="270079" y="647806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8" name="Google Shape;1498;p16"/>
              <p:cNvSpPr/>
              <p:nvPr/>
            </p:nvSpPr>
            <p:spPr>
              <a:xfrm>
                <a:off x="782246" y="22291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9" name="Google Shape;1499;p16"/>
              <p:cNvSpPr/>
              <p:nvPr/>
            </p:nvSpPr>
            <p:spPr>
              <a:xfrm>
                <a:off x="710879" y="93658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0" name="Google Shape;1500;p16"/>
              <p:cNvSpPr/>
              <p:nvPr/>
            </p:nvSpPr>
            <p:spPr>
              <a:xfrm>
                <a:off x="641610" y="167125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1" name="Google Shape;1501;p16"/>
              <p:cNvSpPr/>
              <p:nvPr/>
            </p:nvSpPr>
            <p:spPr>
              <a:xfrm>
                <a:off x="570243" y="23639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2" name="Google Shape;1502;p16"/>
              <p:cNvSpPr/>
              <p:nvPr/>
            </p:nvSpPr>
            <p:spPr>
              <a:xfrm>
                <a:off x="496776" y="305662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3" name="Google Shape;1503;p16"/>
              <p:cNvSpPr/>
              <p:nvPr/>
            </p:nvSpPr>
            <p:spPr>
              <a:xfrm>
                <a:off x="425408" y="37703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4" name="Google Shape;1504;p16"/>
              <p:cNvSpPr/>
              <p:nvPr/>
            </p:nvSpPr>
            <p:spPr>
              <a:xfrm>
                <a:off x="356140" y="448397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5" name="Google Shape;1505;p16"/>
              <p:cNvSpPr/>
              <p:nvPr/>
            </p:nvSpPr>
            <p:spPr>
              <a:xfrm>
                <a:off x="284772" y="519765"/>
                <a:ext cx="461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6" name="Google Shape;1506;p16"/>
              <p:cNvSpPr/>
              <p:nvPr/>
            </p:nvSpPr>
            <p:spPr>
              <a:xfrm>
                <a:off x="213405" y="591132"/>
                <a:ext cx="48278" cy="461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7" name="Google Shape;1507;p16"/>
              <p:cNvSpPr/>
              <p:nvPr/>
            </p:nvSpPr>
            <p:spPr>
              <a:xfrm>
                <a:off x="723473" y="-36482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8" name="Google Shape;1508;p16"/>
              <p:cNvSpPr/>
              <p:nvPr/>
            </p:nvSpPr>
            <p:spPr>
              <a:xfrm>
                <a:off x="652105" y="34885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9" name="Google Shape;1509;p16"/>
              <p:cNvSpPr/>
              <p:nvPr/>
            </p:nvSpPr>
            <p:spPr>
              <a:xfrm>
                <a:off x="582837" y="10835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0" name="Google Shape;1510;p16"/>
              <p:cNvSpPr/>
              <p:nvPr/>
            </p:nvSpPr>
            <p:spPr>
              <a:xfrm>
                <a:off x="511469" y="179719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1" name="Google Shape;1511;p16"/>
              <p:cNvSpPr/>
              <p:nvPr/>
            </p:nvSpPr>
            <p:spPr>
              <a:xfrm>
                <a:off x="440102" y="248988"/>
                <a:ext cx="46179" cy="461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2" name="Google Shape;1512;p16"/>
              <p:cNvSpPr/>
              <p:nvPr/>
            </p:nvSpPr>
            <p:spPr>
              <a:xfrm>
                <a:off x="368734" y="318256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3" name="Google Shape;1513;p16"/>
              <p:cNvSpPr/>
              <p:nvPr/>
            </p:nvSpPr>
            <p:spPr>
              <a:xfrm>
                <a:off x="297367" y="389624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4" name="Google Shape;1514;p16"/>
              <p:cNvSpPr/>
              <p:nvPr/>
            </p:nvSpPr>
            <p:spPr>
              <a:xfrm>
                <a:off x="225999" y="460991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5" name="Google Shape;1515;p16"/>
              <p:cNvSpPr/>
              <p:nvPr/>
            </p:nvSpPr>
            <p:spPr>
              <a:xfrm>
                <a:off x="154631" y="532359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6" name="Google Shape;1516;p16"/>
              <p:cNvSpPr/>
              <p:nvPr/>
            </p:nvSpPr>
            <p:spPr>
              <a:xfrm>
                <a:off x="664700" y="-93157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7" name="Google Shape;1517;p16"/>
              <p:cNvSpPr/>
              <p:nvPr/>
            </p:nvSpPr>
            <p:spPr>
              <a:xfrm>
                <a:off x="593332" y="-23888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8" name="Google Shape;1518;p16"/>
              <p:cNvSpPr/>
              <p:nvPr/>
            </p:nvSpPr>
            <p:spPr>
              <a:xfrm>
                <a:off x="524064" y="47479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9" name="Google Shape;1519;p16"/>
              <p:cNvSpPr/>
              <p:nvPr/>
            </p:nvSpPr>
            <p:spPr>
              <a:xfrm>
                <a:off x="452696" y="118847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0" name="Google Shape;1520;p16"/>
              <p:cNvSpPr/>
              <p:nvPr/>
            </p:nvSpPr>
            <p:spPr>
              <a:xfrm>
                <a:off x="381328" y="190214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1" name="Google Shape;1521;p16"/>
              <p:cNvSpPr/>
              <p:nvPr/>
            </p:nvSpPr>
            <p:spPr>
              <a:xfrm>
                <a:off x="312060" y="263681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2" name="Google Shape;1522;p16"/>
              <p:cNvSpPr/>
              <p:nvPr/>
            </p:nvSpPr>
            <p:spPr>
              <a:xfrm>
                <a:off x="238593" y="332950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3" name="Google Shape;1523;p16"/>
              <p:cNvSpPr/>
              <p:nvPr/>
            </p:nvSpPr>
            <p:spPr>
              <a:xfrm>
                <a:off x="167226" y="404317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4" name="Google Shape;1524;p16"/>
              <p:cNvSpPr/>
              <p:nvPr/>
            </p:nvSpPr>
            <p:spPr>
              <a:xfrm>
                <a:off x="97957" y="473586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5" name="Google Shape;1525;p16"/>
              <p:cNvSpPr/>
              <p:nvPr/>
            </p:nvSpPr>
            <p:spPr>
              <a:xfrm>
                <a:off x="608025" y="-151930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6" name="Google Shape;1526;p16"/>
              <p:cNvSpPr/>
              <p:nvPr/>
            </p:nvSpPr>
            <p:spPr>
              <a:xfrm>
                <a:off x="536658" y="-80562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7" name="Google Shape;1527;p16"/>
              <p:cNvSpPr/>
              <p:nvPr/>
            </p:nvSpPr>
            <p:spPr>
              <a:xfrm>
                <a:off x="465290" y="-919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8" name="Google Shape;1528;p16"/>
              <p:cNvSpPr/>
              <p:nvPr/>
            </p:nvSpPr>
            <p:spPr>
              <a:xfrm>
                <a:off x="393923" y="62173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9" name="Google Shape;1529;p16"/>
              <p:cNvSpPr/>
              <p:nvPr/>
            </p:nvSpPr>
            <p:spPr>
              <a:xfrm>
                <a:off x="322555" y="131441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0" name="Google Shape;1530;p16"/>
              <p:cNvSpPr/>
              <p:nvPr/>
            </p:nvSpPr>
            <p:spPr>
              <a:xfrm>
                <a:off x="255386" y="204908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1" name="Google Shape;1531;p16"/>
              <p:cNvSpPr/>
              <p:nvPr/>
            </p:nvSpPr>
            <p:spPr>
              <a:xfrm>
                <a:off x="184018" y="276275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2" name="Google Shape;1532;p16"/>
              <p:cNvSpPr/>
              <p:nvPr/>
            </p:nvSpPr>
            <p:spPr>
              <a:xfrm>
                <a:off x="110552" y="345544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3" name="Google Shape;1533;p16"/>
              <p:cNvSpPr/>
              <p:nvPr/>
            </p:nvSpPr>
            <p:spPr>
              <a:xfrm>
                <a:off x="39184" y="416911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536" name="Google Shape;1536;p17"/>
          <p:cNvSpPr txBox="1"/>
          <p:nvPr>
            <p:ph idx="1" type="body"/>
          </p:nvPr>
        </p:nvSpPr>
        <p:spPr>
          <a:xfrm>
            <a:off x="574125" y="1374625"/>
            <a:ext cx="3987300" cy="31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37" name="Google Shape;1537;p17"/>
          <p:cNvSpPr/>
          <p:nvPr>
            <p:ph idx="2" type="pic"/>
          </p:nvPr>
        </p:nvSpPr>
        <p:spPr>
          <a:xfrm>
            <a:off x="4976975" y="1374425"/>
            <a:ext cx="3232800" cy="291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38" name="Google Shape;1538;p17"/>
          <p:cNvSpPr/>
          <p:nvPr/>
        </p:nvSpPr>
        <p:spPr>
          <a:xfrm>
            <a:off x="8421714" y="4402286"/>
            <a:ext cx="740961" cy="740961"/>
          </a:xfrm>
          <a:custGeom>
            <a:rect b="b" l="l" r="r" t="t"/>
            <a:pathLst>
              <a:path extrusionOk="0" h="16944" w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rgbClr val="4C6A7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39" name="Google Shape;1539;p17"/>
          <p:cNvGrpSpPr/>
          <p:nvPr/>
        </p:nvGrpSpPr>
        <p:grpSpPr>
          <a:xfrm flipH="1">
            <a:off x="-132630" y="3762788"/>
            <a:ext cx="1507871" cy="1510263"/>
            <a:chOff x="39184" y="-151930"/>
            <a:chExt cx="1309825" cy="1311903"/>
          </a:xfrm>
        </p:grpSpPr>
        <p:sp>
          <p:nvSpPr>
            <p:cNvPr id="1540" name="Google Shape;1540;p17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17"/>
            <p:cNvSpPr/>
            <p:nvPr/>
          </p:nvSpPr>
          <p:spPr>
            <a:xfrm>
              <a:off x="1231442" y="614221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17"/>
            <p:cNvSpPr/>
            <p:nvPr/>
          </p:nvSpPr>
          <p:spPr>
            <a:xfrm>
              <a:off x="1160075" y="68558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17"/>
            <p:cNvSpPr/>
            <p:nvPr/>
          </p:nvSpPr>
          <p:spPr>
            <a:xfrm>
              <a:off x="1088707" y="756956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17"/>
            <p:cNvSpPr/>
            <p:nvPr/>
          </p:nvSpPr>
          <p:spPr>
            <a:xfrm>
              <a:off x="1019439" y="828324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p17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17"/>
            <p:cNvSpPr/>
            <p:nvPr/>
          </p:nvSpPr>
          <p:spPr>
            <a:xfrm>
              <a:off x="876704" y="96896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17"/>
            <p:cNvSpPr/>
            <p:nvPr/>
          </p:nvSpPr>
          <p:spPr>
            <a:xfrm>
              <a:off x="805336" y="104032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17"/>
            <p:cNvSpPr/>
            <p:nvPr/>
          </p:nvSpPr>
          <p:spPr>
            <a:xfrm>
              <a:off x="733969" y="111169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17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17"/>
            <p:cNvSpPr/>
            <p:nvPr/>
          </p:nvSpPr>
          <p:spPr>
            <a:xfrm>
              <a:off x="1174769" y="557547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17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17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17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17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17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17"/>
            <p:cNvSpPr/>
            <p:nvPr/>
          </p:nvSpPr>
          <p:spPr>
            <a:xfrm>
              <a:off x="748662" y="983653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17"/>
            <p:cNvSpPr/>
            <p:nvPr/>
          </p:nvSpPr>
          <p:spPr>
            <a:xfrm>
              <a:off x="677294" y="1052922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17"/>
            <p:cNvSpPr/>
            <p:nvPr/>
          </p:nvSpPr>
          <p:spPr>
            <a:xfrm>
              <a:off x="1187363" y="427407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p17"/>
            <p:cNvSpPr/>
            <p:nvPr/>
          </p:nvSpPr>
          <p:spPr>
            <a:xfrm>
              <a:off x="1115995" y="49877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p17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p17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17"/>
            <p:cNvSpPr/>
            <p:nvPr/>
          </p:nvSpPr>
          <p:spPr>
            <a:xfrm>
              <a:off x="901893" y="71077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17"/>
            <p:cNvSpPr/>
            <p:nvPr/>
          </p:nvSpPr>
          <p:spPr>
            <a:xfrm>
              <a:off x="832623" y="782145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17"/>
            <p:cNvSpPr/>
            <p:nvPr/>
          </p:nvSpPr>
          <p:spPr>
            <a:xfrm>
              <a:off x="761256" y="85351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17"/>
            <p:cNvSpPr/>
            <p:nvPr/>
          </p:nvSpPr>
          <p:spPr>
            <a:xfrm>
              <a:off x="689888" y="92488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17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17"/>
            <p:cNvSpPr/>
            <p:nvPr/>
          </p:nvSpPr>
          <p:spPr>
            <a:xfrm>
              <a:off x="1128589" y="370732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p17"/>
            <p:cNvSpPr/>
            <p:nvPr/>
          </p:nvSpPr>
          <p:spPr>
            <a:xfrm>
              <a:off x="1057221" y="44000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p17"/>
            <p:cNvSpPr/>
            <p:nvPr/>
          </p:nvSpPr>
          <p:spPr>
            <a:xfrm>
              <a:off x="985854" y="51136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17"/>
            <p:cNvSpPr/>
            <p:nvPr/>
          </p:nvSpPr>
          <p:spPr>
            <a:xfrm>
              <a:off x="916585" y="58273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17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17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p17"/>
            <p:cNvSpPr/>
            <p:nvPr/>
          </p:nvSpPr>
          <p:spPr>
            <a:xfrm>
              <a:off x="702483" y="796839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p17"/>
            <p:cNvSpPr/>
            <p:nvPr/>
          </p:nvSpPr>
          <p:spPr>
            <a:xfrm>
              <a:off x="631115" y="86610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17"/>
            <p:cNvSpPr/>
            <p:nvPr/>
          </p:nvSpPr>
          <p:spPr>
            <a:xfrm>
              <a:off x="559747" y="93747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p17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17"/>
            <p:cNvSpPr/>
            <p:nvPr/>
          </p:nvSpPr>
          <p:spPr>
            <a:xfrm>
              <a:off x="1000547" y="38332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p17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p17"/>
            <p:cNvSpPr/>
            <p:nvPr/>
          </p:nvSpPr>
          <p:spPr>
            <a:xfrm>
              <a:off x="857812" y="523963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p17"/>
            <p:cNvSpPr/>
            <p:nvPr/>
          </p:nvSpPr>
          <p:spPr>
            <a:xfrm>
              <a:off x="786444" y="59533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p17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17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p17"/>
            <p:cNvSpPr/>
            <p:nvPr/>
          </p:nvSpPr>
          <p:spPr>
            <a:xfrm>
              <a:off x="574441" y="8094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17"/>
            <p:cNvSpPr/>
            <p:nvPr/>
          </p:nvSpPr>
          <p:spPr>
            <a:xfrm>
              <a:off x="503073" y="880800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p17"/>
            <p:cNvSpPr/>
            <p:nvPr/>
          </p:nvSpPr>
          <p:spPr>
            <a:xfrm>
              <a:off x="1013141" y="25318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17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17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p17"/>
            <p:cNvSpPr/>
            <p:nvPr/>
          </p:nvSpPr>
          <p:spPr>
            <a:xfrm>
              <a:off x="799039" y="46728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p17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p17"/>
            <p:cNvSpPr/>
            <p:nvPr/>
          </p:nvSpPr>
          <p:spPr>
            <a:xfrm>
              <a:off x="658403" y="60792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p17"/>
            <p:cNvSpPr/>
            <p:nvPr/>
          </p:nvSpPr>
          <p:spPr>
            <a:xfrm>
              <a:off x="587035" y="67929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p17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17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17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p17"/>
            <p:cNvSpPr/>
            <p:nvPr/>
          </p:nvSpPr>
          <p:spPr>
            <a:xfrm>
              <a:off x="885100" y="267879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17"/>
            <p:cNvSpPr/>
            <p:nvPr/>
          </p:nvSpPr>
          <p:spPr>
            <a:xfrm>
              <a:off x="813732" y="337148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7" name="Google Shape;1597;p17"/>
            <p:cNvSpPr/>
            <p:nvPr/>
          </p:nvSpPr>
          <p:spPr>
            <a:xfrm>
              <a:off x="742364" y="408515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8" name="Google Shape;1598;p17"/>
            <p:cNvSpPr/>
            <p:nvPr/>
          </p:nvSpPr>
          <p:spPr>
            <a:xfrm>
              <a:off x="670997" y="47988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p17"/>
            <p:cNvSpPr/>
            <p:nvPr/>
          </p:nvSpPr>
          <p:spPr>
            <a:xfrm>
              <a:off x="599629" y="5512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17"/>
            <p:cNvSpPr/>
            <p:nvPr/>
          </p:nvSpPr>
          <p:spPr>
            <a:xfrm>
              <a:off x="528262" y="622618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17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p17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3" name="Google Shape;1603;p17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p17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17"/>
            <p:cNvSpPr/>
            <p:nvPr/>
          </p:nvSpPr>
          <p:spPr>
            <a:xfrm>
              <a:off x="754959" y="280473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17"/>
            <p:cNvSpPr/>
            <p:nvPr/>
          </p:nvSpPr>
          <p:spPr>
            <a:xfrm>
              <a:off x="683591" y="35184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17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17"/>
            <p:cNvSpPr/>
            <p:nvPr/>
          </p:nvSpPr>
          <p:spPr>
            <a:xfrm>
              <a:off x="542955" y="492477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p17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p17"/>
            <p:cNvSpPr/>
            <p:nvPr/>
          </p:nvSpPr>
          <p:spPr>
            <a:xfrm>
              <a:off x="400220" y="63521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17"/>
            <p:cNvSpPr/>
            <p:nvPr/>
          </p:nvSpPr>
          <p:spPr>
            <a:xfrm>
              <a:off x="328852" y="7065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17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17"/>
            <p:cNvSpPr/>
            <p:nvPr/>
          </p:nvSpPr>
          <p:spPr>
            <a:xfrm>
              <a:off x="767553" y="1503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17"/>
            <p:cNvSpPr/>
            <p:nvPr/>
          </p:nvSpPr>
          <p:spPr>
            <a:xfrm>
              <a:off x="696185" y="22170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p17"/>
            <p:cNvSpPr/>
            <p:nvPr/>
          </p:nvSpPr>
          <p:spPr>
            <a:xfrm>
              <a:off x="626917" y="293068"/>
              <a:ext cx="461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p17"/>
            <p:cNvSpPr/>
            <p:nvPr/>
          </p:nvSpPr>
          <p:spPr>
            <a:xfrm>
              <a:off x="555549" y="36443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17"/>
            <p:cNvSpPr/>
            <p:nvPr/>
          </p:nvSpPr>
          <p:spPr>
            <a:xfrm>
              <a:off x="484182" y="435803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17"/>
            <p:cNvSpPr/>
            <p:nvPr/>
          </p:nvSpPr>
          <p:spPr>
            <a:xfrm>
              <a:off x="412814" y="507170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17"/>
            <p:cNvSpPr/>
            <p:nvPr/>
          </p:nvSpPr>
          <p:spPr>
            <a:xfrm>
              <a:off x="341447" y="576439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17"/>
            <p:cNvSpPr/>
            <p:nvPr/>
          </p:nvSpPr>
          <p:spPr>
            <a:xfrm>
              <a:off x="270079" y="64780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17"/>
            <p:cNvSpPr/>
            <p:nvPr/>
          </p:nvSpPr>
          <p:spPr>
            <a:xfrm>
              <a:off x="782246" y="22291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17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17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17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17"/>
            <p:cNvSpPr/>
            <p:nvPr/>
          </p:nvSpPr>
          <p:spPr>
            <a:xfrm>
              <a:off x="496776" y="30566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17"/>
            <p:cNvSpPr/>
            <p:nvPr/>
          </p:nvSpPr>
          <p:spPr>
            <a:xfrm>
              <a:off x="425408" y="37703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p17"/>
            <p:cNvSpPr/>
            <p:nvPr/>
          </p:nvSpPr>
          <p:spPr>
            <a:xfrm>
              <a:off x="356140" y="448397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17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17"/>
            <p:cNvSpPr/>
            <p:nvPr/>
          </p:nvSpPr>
          <p:spPr>
            <a:xfrm>
              <a:off x="213405" y="591132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17"/>
            <p:cNvSpPr/>
            <p:nvPr/>
          </p:nvSpPr>
          <p:spPr>
            <a:xfrm>
              <a:off x="723473" y="-3648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17"/>
            <p:cNvSpPr/>
            <p:nvPr/>
          </p:nvSpPr>
          <p:spPr>
            <a:xfrm>
              <a:off x="652105" y="3488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p17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17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17"/>
            <p:cNvSpPr/>
            <p:nvPr/>
          </p:nvSpPr>
          <p:spPr>
            <a:xfrm>
              <a:off x="440102" y="248988"/>
              <a:ext cx="461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17"/>
            <p:cNvSpPr/>
            <p:nvPr/>
          </p:nvSpPr>
          <p:spPr>
            <a:xfrm>
              <a:off x="368734" y="31825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p17"/>
            <p:cNvSpPr/>
            <p:nvPr/>
          </p:nvSpPr>
          <p:spPr>
            <a:xfrm>
              <a:off x="297367" y="38962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p17"/>
            <p:cNvSpPr/>
            <p:nvPr/>
          </p:nvSpPr>
          <p:spPr>
            <a:xfrm>
              <a:off x="225999" y="46099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17"/>
            <p:cNvSpPr/>
            <p:nvPr/>
          </p:nvSpPr>
          <p:spPr>
            <a:xfrm>
              <a:off x="154631" y="532359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p17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17"/>
            <p:cNvSpPr/>
            <p:nvPr/>
          </p:nvSpPr>
          <p:spPr>
            <a:xfrm>
              <a:off x="593332" y="-2388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17"/>
            <p:cNvSpPr/>
            <p:nvPr/>
          </p:nvSpPr>
          <p:spPr>
            <a:xfrm>
              <a:off x="524064" y="47479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p17"/>
            <p:cNvSpPr/>
            <p:nvPr/>
          </p:nvSpPr>
          <p:spPr>
            <a:xfrm>
              <a:off x="452696" y="1188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17"/>
            <p:cNvSpPr/>
            <p:nvPr/>
          </p:nvSpPr>
          <p:spPr>
            <a:xfrm>
              <a:off x="381328" y="19021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17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p17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p17"/>
            <p:cNvSpPr/>
            <p:nvPr/>
          </p:nvSpPr>
          <p:spPr>
            <a:xfrm>
              <a:off x="167226" y="404317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p17"/>
            <p:cNvSpPr/>
            <p:nvPr/>
          </p:nvSpPr>
          <p:spPr>
            <a:xfrm>
              <a:off x="97957" y="47358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8" name="Google Shape;1648;p17"/>
            <p:cNvSpPr/>
            <p:nvPr/>
          </p:nvSpPr>
          <p:spPr>
            <a:xfrm>
              <a:off x="608025" y="-15193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p17"/>
            <p:cNvSpPr/>
            <p:nvPr/>
          </p:nvSpPr>
          <p:spPr>
            <a:xfrm>
              <a:off x="536658" y="-80562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p17"/>
            <p:cNvSpPr/>
            <p:nvPr/>
          </p:nvSpPr>
          <p:spPr>
            <a:xfrm>
              <a:off x="465290" y="-919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p17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17"/>
            <p:cNvSpPr/>
            <p:nvPr/>
          </p:nvSpPr>
          <p:spPr>
            <a:xfrm>
              <a:off x="322555" y="13144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17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p17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5" name="Google Shape;1655;p17"/>
            <p:cNvSpPr/>
            <p:nvPr/>
          </p:nvSpPr>
          <p:spPr>
            <a:xfrm>
              <a:off x="110552" y="34554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p17"/>
            <p:cNvSpPr/>
            <p:nvPr/>
          </p:nvSpPr>
          <p:spPr>
            <a:xfrm>
              <a:off x="39184" y="41691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18"/>
          <p:cNvSpPr txBox="1"/>
          <p:nvPr>
            <p:ph type="title"/>
          </p:nvPr>
        </p:nvSpPr>
        <p:spPr>
          <a:xfrm>
            <a:off x="1977920" y="552450"/>
            <a:ext cx="51882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659" name="Google Shape;1659;p18"/>
          <p:cNvSpPr txBox="1"/>
          <p:nvPr>
            <p:ph idx="1" type="subTitle"/>
          </p:nvPr>
        </p:nvSpPr>
        <p:spPr>
          <a:xfrm>
            <a:off x="1977876" y="1479800"/>
            <a:ext cx="5188200" cy="12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300"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60" name="Google Shape;1660;p18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icons, infographics &amp; images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2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61" name="Google Shape;1661;p18"/>
          <p:cNvSpPr/>
          <p:nvPr/>
        </p:nvSpPr>
        <p:spPr>
          <a:xfrm rot="5400000">
            <a:off x="8403039" y="4402536"/>
            <a:ext cx="740961" cy="740961"/>
          </a:xfrm>
          <a:custGeom>
            <a:rect b="b" l="l" r="r" t="t"/>
            <a:pathLst>
              <a:path extrusionOk="0" h="16944" w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2" name="Google Shape;1662;p18"/>
          <p:cNvGrpSpPr/>
          <p:nvPr/>
        </p:nvGrpSpPr>
        <p:grpSpPr>
          <a:xfrm>
            <a:off x="7650879" y="395671"/>
            <a:ext cx="1658229" cy="1282495"/>
            <a:chOff x="5136226" y="2246221"/>
            <a:chExt cx="1254144" cy="969970"/>
          </a:xfrm>
        </p:grpSpPr>
        <p:sp>
          <p:nvSpPr>
            <p:cNvPr id="1663" name="Google Shape;1663;p18"/>
            <p:cNvSpPr/>
            <p:nvPr/>
          </p:nvSpPr>
          <p:spPr>
            <a:xfrm>
              <a:off x="5448964" y="2246221"/>
              <a:ext cx="941406" cy="657233"/>
            </a:xfrm>
            <a:custGeom>
              <a:rect b="b" l="l" r="r" t="t"/>
              <a:pathLst>
                <a:path extrusionOk="0" h="19847" w="28452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18"/>
            <p:cNvSpPr/>
            <p:nvPr/>
          </p:nvSpPr>
          <p:spPr>
            <a:xfrm>
              <a:off x="5136226" y="2558958"/>
              <a:ext cx="941406" cy="657233"/>
            </a:xfrm>
            <a:custGeom>
              <a:rect b="b" l="l" r="r" t="t"/>
              <a:pathLst>
                <a:path extrusionOk="0" h="19847" w="28452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18"/>
            <p:cNvSpPr/>
            <p:nvPr/>
          </p:nvSpPr>
          <p:spPr>
            <a:xfrm>
              <a:off x="5521989" y="2570071"/>
              <a:ext cx="403228" cy="403228"/>
            </a:xfrm>
            <a:custGeom>
              <a:rect b="b" l="l" r="r" t="t"/>
              <a:pathLst>
                <a:path extrusionOk="0" h="12207" w="12207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18"/>
            <p:cNvSpPr/>
            <p:nvPr/>
          </p:nvSpPr>
          <p:spPr>
            <a:xfrm>
              <a:off x="5604539" y="2487521"/>
              <a:ext cx="403225" cy="403225"/>
            </a:xfrm>
            <a:custGeom>
              <a:rect b="b" l="l" r="r" t="t"/>
              <a:pathLst>
                <a:path extrusionOk="0" h="12206" w="12206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67" name="Google Shape;1667;p18"/>
          <p:cNvSpPr/>
          <p:nvPr/>
        </p:nvSpPr>
        <p:spPr>
          <a:xfrm>
            <a:off x="8403036" y="3661572"/>
            <a:ext cx="740961" cy="740961"/>
          </a:xfrm>
          <a:custGeom>
            <a:rect b="b" l="l" r="r" t="t"/>
            <a:pathLst>
              <a:path extrusionOk="0" h="16944" w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8" name="Google Shape;1668;p18"/>
          <p:cNvGrpSpPr/>
          <p:nvPr/>
        </p:nvGrpSpPr>
        <p:grpSpPr>
          <a:xfrm>
            <a:off x="-333349" y="2817496"/>
            <a:ext cx="2187094" cy="2789634"/>
            <a:chOff x="3700202" y="2700338"/>
            <a:chExt cx="1654132" cy="2109842"/>
          </a:xfrm>
        </p:grpSpPr>
        <p:sp>
          <p:nvSpPr>
            <p:cNvPr id="1669" name="Google Shape;1669;p18"/>
            <p:cNvSpPr/>
            <p:nvPr/>
          </p:nvSpPr>
          <p:spPr>
            <a:xfrm>
              <a:off x="3700202" y="2700338"/>
              <a:ext cx="1654132" cy="2109842"/>
            </a:xfrm>
            <a:custGeom>
              <a:rect b="b" l="l" r="r" t="t"/>
              <a:pathLst>
                <a:path extrusionOk="0" h="63780" w="50004">
                  <a:moveTo>
                    <a:pt x="50004" y="50004"/>
                  </a:moveTo>
                  <a:lnTo>
                    <a:pt x="0" y="0"/>
                  </a:lnTo>
                  <a:lnTo>
                    <a:pt x="79" y="29993"/>
                  </a:lnTo>
                  <a:lnTo>
                    <a:pt x="33867" y="63780"/>
                  </a:lnTo>
                  <a:lnTo>
                    <a:pt x="50001" y="63703"/>
                  </a:lnTo>
                  <a:lnTo>
                    <a:pt x="50004" y="5000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p18"/>
            <p:cNvSpPr/>
            <p:nvPr/>
          </p:nvSpPr>
          <p:spPr>
            <a:xfrm>
              <a:off x="3703377" y="3690938"/>
              <a:ext cx="1117623" cy="1117589"/>
            </a:xfrm>
            <a:custGeom>
              <a:rect b="b" l="l" r="r" t="t"/>
              <a:pathLst>
                <a:path extrusionOk="0" h="33787" w="33788">
                  <a:moveTo>
                    <a:pt x="0" y="0"/>
                  </a:moveTo>
                  <a:lnTo>
                    <a:pt x="33788" y="33787"/>
                  </a:lnTo>
                  <a:lnTo>
                    <a:pt x="36" y="33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p18"/>
            <p:cNvSpPr/>
            <p:nvPr/>
          </p:nvSpPr>
          <p:spPr>
            <a:xfrm>
              <a:off x="4057390" y="3656013"/>
              <a:ext cx="935041" cy="652454"/>
            </a:xfrm>
            <a:custGeom>
              <a:rect b="b" l="l" r="r" t="t"/>
              <a:pathLst>
                <a:path extrusionOk="0" h="19728" w="28281">
                  <a:moveTo>
                    <a:pt x="0" y="5276"/>
                  </a:moveTo>
                  <a:lnTo>
                    <a:pt x="0" y="5276"/>
                  </a:lnTo>
                  <a:cubicBezTo>
                    <a:pt x="5276" y="0"/>
                    <a:pt x="13829" y="0"/>
                    <a:pt x="19104" y="5276"/>
                  </a:cubicBezTo>
                  <a:lnTo>
                    <a:pt x="28281" y="14453"/>
                  </a:lnTo>
                  <a:lnTo>
                    <a:pt x="28281" y="14453"/>
                  </a:lnTo>
                  <a:cubicBezTo>
                    <a:pt x="23006" y="19728"/>
                    <a:pt x="14453" y="19728"/>
                    <a:pt x="9177" y="14453"/>
                  </a:cubicBezTo>
                  <a:lnTo>
                    <a:pt x="0" y="527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p18"/>
            <p:cNvSpPr/>
            <p:nvPr/>
          </p:nvSpPr>
          <p:spPr>
            <a:xfrm>
              <a:off x="3746240" y="3967163"/>
              <a:ext cx="935041" cy="652471"/>
            </a:xfrm>
            <a:custGeom>
              <a:rect b="b" l="l" r="r" t="t"/>
              <a:pathLst>
                <a:path extrusionOk="0" h="19727" w="28281">
                  <a:moveTo>
                    <a:pt x="0" y="5275"/>
                  </a:moveTo>
                  <a:lnTo>
                    <a:pt x="0" y="5275"/>
                  </a:lnTo>
                  <a:cubicBezTo>
                    <a:pt x="5275" y="0"/>
                    <a:pt x="13828" y="0"/>
                    <a:pt x="19104" y="5275"/>
                  </a:cubicBezTo>
                  <a:lnTo>
                    <a:pt x="28281" y="14452"/>
                  </a:lnTo>
                  <a:lnTo>
                    <a:pt x="28281" y="14452"/>
                  </a:lnTo>
                  <a:cubicBezTo>
                    <a:pt x="23005" y="19727"/>
                    <a:pt x="14452" y="19727"/>
                    <a:pt x="9177" y="14452"/>
                  </a:cubicBezTo>
                  <a:lnTo>
                    <a:pt x="0" y="52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18"/>
            <p:cNvSpPr/>
            <p:nvPr/>
          </p:nvSpPr>
          <p:spPr>
            <a:xfrm>
              <a:off x="4128827" y="3976688"/>
              <a:ext cx="401633" cy="401633"/>
            </a:xfrm>
            <a:custGeom>
              <a:rect b="b" l="l" r="r" t="t"/>
              <a:pathLst>
                <a:path extrusionOk="0" h="12133" w="12133">
                  <a:moveTo>
                    <a:pt x="2647" y="9486"/>
                  </a:moveTo>
                  <a:cubicBezTo>
                    <a:pt x="5261" y="12100"/>
                    <a:pt x="9471" y="12133"/>
                    <a:pt x="12133" y="9597"/>
                  </a:cubicBezTo>
                  <a:lnTo>
                    <a:pt x="2536" y="0"/>
                  </a:lnTo>
                  <a:cubicBezTo>
                    <a:pt x="0" y="2662"/>
                    <a:pt x="33" y="6872"/>
                    <a:pt x="2647" y="94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4" name="Google Shape;1674;p18"/>
            <p:cNvSpPr/>
            <p:nvPr/>
          </p:nvSpPr>
          <p:spPr>
            <a:xfrm>
              <a:off x="4211377" y="3895725"/>
              <a:ext cx="401633" cy="401633"/>
            </a:xfrm>
            <a:custGeom>
              <a:rect b="b" l="l" r="r" t="t"/>
              <a:pathLst>
                <a:path extrusionOk="0" h="12133" w="12133">
                  <a:moveTo>
                    <a:pt x="9486" y="2647"/>
                  </a:moveTo>
                  <a:cubicBezTo>
                    <a:pt x="6872" y="33"/>
                    <a:pt x="2662" y="0"/>
                    <a:pt x="0" y="2536"/>
                  </a:cubicBezTo>
                  <a:lnTo>
                    <a:pt x="9597" y="12133"/>
                  </a:lnTo>
                  <a:cubicBezTo>
                    <a:pt x="12133" y="9471"/>
                    <a:pt x="12100" y="5261"/>
                    <a:pt x="9486" y="26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75" name="Google Shape;1675;p18"/>
          <p:cNvSpPr/>
          <p:nvPr/>
        </p:nvSpPr>
        <p:spPr>
          <a:xfrm>
            <a:off x="7659258" y="4402536"/>
            <a:ext cx="740961" cy="740961"/>
          </a:xfrm>
          <a:custGeom>
            <a:rect b="b" l="l" r="r" t="t"/>
            <a:pathLst>
              <a:path extrusionOk="0" h="16944" w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76" name="Google Shape;1676;p18"/>
          <p:cNvGrpSpPr/>
          <p:nvPr/>
        </p:nvGrpSpPr>
        <p:grpSpPr>
          <a:xfrm>
            <a:off x="-520414" y="601975"/>
            <a:ext cx="1507871" cy="1510263"/>
            <a:chOff x="39184" y="-151930"/>
            <a:chExt cx="1309825" cy="1311903"/>
          </a:xfrm>
        </p:grpSpPr>
        <p:sp>
          <p:nvSpPr>
            <p:cNvPr id="1677" name="Google Shape;1677;p18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8" name="Google Shape;1678;p18"/>
            <p:cNvSpPr/>
            <p:nvPr/>
          </p:nvSpPr>
          <p:spPr>
            <a:xfrm>
              <a:off x="1231442" y="614221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p18"/>
            <p:cNvSpPr/>
            <p:nvPr/>
          </p:nvSpPr>
          <p:spPr>
            <a:xfrm>
              <a:off x="1160075" y="68558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p18"/>
            <p:cNvSpPr/>
            <p:nvPr/>
          </p:nvSpPr>
          <p:spPr>
            <a:xfrm>
              <a:off x="1088707" y="756956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18"/>
            <p:cNvSpPr/>
            <p:nvPr/>
          </p:nvSpPr>
          <p:spPr>
            <a:xfrm>
              <a:off x="1019439" y="828324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p18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18"/>
            <p:cNvSpPr/>
            <p:nvPr/>
          </p:nvSpPr>
          <p:spPr>
            <a:xfrm>
              <a:off x="876704" y="96896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p18"/>
            <p:cNvSpPr/>
            <p:nvPr/>
          </p:nvSpPr>
          <p:spPr>
            <a:xfrm>
              <a:off x="805336" y="104032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p18"/>
            <p:cNvSpPr/>
            <p:nvPr/>
          </p:nvSpPr>
          <p:spPr>
            <a:xfrm>
              <a:off x="733969" y="111169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p18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7" name="Google Shape;1687;p18"/>
            <p:cNvSpPr/>
            <p:nvPr/>
          </p:nvSpPr>
          <p:spPr>
            <a:xfrm>
              <a:off x="1174769" y="557547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18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p18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p18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p18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p18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18"/>
            <p:cNvSpPr/>
            <p:nvPr/>
          </p:nvSpPr>
          <p:spPr>
            <a:xfrm>
              <a:off x="748662" y="983653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18"/>
            <p:cNvSpPr/>
            <p:nvPr/>
          </p:nvSpPr>
          <p:spPr>
            <a:xfrm>
              <a:off x="677294" y="1052922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18"/>
            <p:cNvSpPr/>
            <p:nvPr/>
          </p:nvSpPr>
          <p:spPr>
            <a:xfrm>
              <a:off x="1187363" y="427407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18"/>
            <p:cNvSpPr/>
            <p:nvPr/>
          </p:nvSpPr>
          <p:spPr>
            <a:xfrm>
              <a:off x="1115995" y="49877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18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p18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p18"/>
            <p:cNvSpPr/>
            <p:nvPr/>
          </p:nvSpPr>
          <p:spPr>
            <a:xfrm>
              <a:off x="901893" y="71077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18"/>
            <p:cNvSpPr/>
            <p:nvPr/>
          </p:nvSpPr>
          <p:spPr>
            <a:xfrm>
              <a:off x="832623" y="782145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p18"/>
            <p:cNvSpPr/>
            <p:nvPr/>
          </p:nvSpPr>
          <p:spPr>
            <a:xfrm>
              <a:off x="761256" y="85351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18"/>
            <p:cNvSpPr/>
            <p:nvPr/>
          </p:nvSpPr>
          <p:spPr>
            <a:xfrm>
              <a:off x="689888" y="92488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18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18"/>
            <p:cNvSpPr/>
            <p:nvPr/>
          </p:nvSpPr>
          <p:spPr>
            <a:xfrm>
              <a:off x="1128589" y="370732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18"/>
            <p:cNvSpPr/>
            <p:nvPr/>
          </p:nvSpPr>
          <p:spPr>
            <a:xfrm>
              <a:off x="1057221" y="44000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18"/>
            <p:cNvSpPr/>
            <p:nvPr/>
          </p:nvSpPr>
          <p:spPr>
            <a:xfrm>
              <a:off x="985854" y="51136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18"/>
            <p:cNvSpPr/>
            <p:nvPr/>
          </p:nvSpPr>
          <p:spPr>
            <a:xfrm>
              <a:off x="916585" y="58273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18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18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p18"/>
            <p:cNvSpPr/>
            <p:nvPr/>
          </p:nvSpPr>
          <p:spPr>
            <a:xfrm>
              <a:off x="702483" y="796839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18"/>
            <p:cNvSpPr/>
            <p:nvPr/>
          </p:nvSpPr>
          <p:spPr>
            <a:xfrm>
              <a:off x="631115" y="86610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18"/>
            <p:cNvSpPr/>
            <p:nvPr/>
          </p:nvSpPr>
          <p:spPr>
            <a:xfrm>
              <a:off x="559747" y="93747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18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18"/>
            <p:cNvSpPr/>
            <p:nvPr/>
          </p:nvSpPr>
          <p:spPr>
            <a:xfrm>
              <a:off x="1000547" y="38332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18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18"/>
            <p:cNvSpPr/>
            <p:nvPr/>
          </p:nvSpPr>
          <p:spPr>
            <a:xfrm>
              <a:off x="857812" y="523963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18"/>
            <p:cNvSpPr/>
            <p:nvPr/>
          </p:nvSpPr>
          <p:spPr>
            <a:xfrm>
              <a:off x="786444" y="59533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18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18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18"/>
            <p:cNvSpPr/>
            <p:nvPr/>
          </p:nvSpPr>
          <p:spPr>
            <a:xfrm>
              <a:off x="574441" y="8094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18"/>
            <p:cNvSpPr/>
            <p:nvPr/>
          </p:nvSpPr>
          <p:spPr>
            <a:xfrm>
              <a:off x="503073" y="880800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18"/>
            <p:cNvSpPr/>
            <p:nvPr/>
          </p:nvSpPr>
          <p:spPr>
            <a:xfrm>
              <a:off x="1013141" y="25318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18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p18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p18"/>
            <p:cNvSpPr/>
            <p:nvPr/>
          </p:nvSpPr>
          <p:spPr>
            <a:xfrm>
              <a:off x="799039" y="46728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p18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18"/>
            <p:cNvSpPr/>
            <p:nvPr/>
          </p:nvSpPr>
          <p:spPr>
            <a:xfrm>
              <a:off x="658403" y="60792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18"/>
            <p:cNvSpPr/>
            <p:nvPr/>
          </p:nvSpPr>
          <p:spPr>
            <a:xfrm>
              <a:off x="587035" y="67929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18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18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18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18"/>
            <p:cNvSpPr/>
            <p:nvPr/>
          </p:nvSpPr>
          <p:spPr>
            <a:xfrm>
              <a:off x="885100" y="267879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18"/>
            <p:cNvSpPr/>
            <p:nvPr/>
          </p:nvSpPr>
          <p:spPr>
            <a:xfrm>
              <a:off x="813732" y="337148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18"/>
            <p:cNvSpPr/>
            <p:nvPr/>
          </p:nvSpPr>
          <p:spPr>
            <a:xfrm>
              <a:off x="742364" y="408515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18"/>
            <p:cNvSpPr/>
            <p:nvPr/>
          </p:nvSpPr>
          <p:spPr>
            <a:xfrm>
              <a:off x="670997" y="47988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18"/>
            <p:cNvSpPr/>
            <p:nvPr/>
          </p:nvSpPr>
          <p:spPr>
            <a:xfrm>
              <a:off x="599629" y="5512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p18"/>
            <p:cNvSpPr/>
            <p:nvPr/>
          </p:nvSpPr>
          <p:spPr>
            <a:xfrm>
              <a:off x="528262" y="622618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p18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18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18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18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18"/>
            <p:cNvSpPr/>
            <p:nvPr/>
          </p:nvSpPr>
          <p:spPr>
            <a:xfrm>
              <a:off x="754959" y="280473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p18"/>
            <p:cNvSpPr/>
            <p:nvPr/>
          </p:nvSpPr>
          <p:spPr>
            <a:xfrm>
              <a:off x="683591" y="35184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18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p18"/>
            <p:cNvSpPr/>
            <p:nvPr/>
          </p:nvSpPr>
          <p:spPr>
            <a:xfrm>
              <a:off x="542955" y="492477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p18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18"/>
            <p:cNvSpPr/>
            <p:nvPr/>
          </p:nvSpPr>
          <p:spPr>
            <a:xfrm>
              <a:off x="400220" y="63521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18"/>
            <p:cNvSpPr/>
            <p:nvPr/>
          </p:nvSpPr>
          <p:spPr>
            <a:xfrm>
              <a:off x="328852" y="7065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18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p18"/>
            <p:cNvSpPr/>
            <p:nvPr/>
          </p:nvSpPr>
          <p:spPr>
            <a:xfrm>
              <a:off x="767553" y="1503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18"/>
            <p:cNvSpPr/>
            <p:nvPr/>
          </p:nvSpPr>
          <p:spPr>
            <a:xfrm>
              <a:off x="696185" y="22170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18"/>
            <p:cNvSpPr/>
            <p:nvPr/>
          </p:nvSpPr>
          <p:spPr>
            <a:xfrm>
              <a:off x="626917" y="293068"/>
              <a:ext cx="461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3" name="Google Shape;1753;p18"/>
            <p:cNvSpPr/>
            <p:nvPr/>
          </p:nvSpPr>
          <p:spPr>
            <a:xfrm>
              <a:off x="555549" y="36443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4" name="Google Shape;1754;p18"/>
            <p:cNvSpPr/>
            <p:nvPr/>
          </p:nvSpPr>
          <p:spPr>
            <a:xfrm>
              <a:off x="484182" y="435803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p18"/>
            <p:cNvSpPr/>
            <p:nvPr/>
          </p:nvSpPr>
          <p:spPr>
            <a:xfrm>
              <a:off x="412814" y="507170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p18"/>
            <p:cNvSpPr/>
            <p:nvPr/>
          </p:nvSpPr>
          <p:spPr>
            <a:xfrm>
              <a:off x="341447" y="576439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p18"/>
            <p:cNvSpPr/>
            <p:nvPr/>
          </p:nvSpPr>
          <p:spPr>
            <a:xfrm>
              <a:off x="270079" y="64780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18"/>
            <p:cNvSpPr/>
            <p:nvPr/>
          </p:nvSpPr>
          <p:spPr>
            <a:xfrm>
              <a:off x="782246" y="22291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18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18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18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p18"/>
            <p:cNvSpPr/>
            <p:nvPr/>
          </p:nvSpPr>
          <p:spPr>
            <a:xfrm>
              <a:off x="496776" y="30566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p18"/>
            <p:cNvSpPr/>
            <p:nvPr/>
          </p:nvSpPr>
          <p:spPr>
            <a:xfrm>
              <a:off x="425408" y="37703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p18"/>
            <p:cNvSpPr/>
            <p:nvPr/>
          </p:nvSpPr>
          <p:spPr>
            <a:xfrm>
              <a:off x="356140" y="448397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18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p18"/>
            <p:cNvSpPr/>
            <p:nvPr/>
          </p:nvSpPr>
          <p:spPr>
            <a:xfrm>
              <a:off x="213405" y="591132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18"/>
            <p:cNvSpPr/>
            <p:nvPr/>
          </p:nvSpPr>
          <p:spPr>
            <a:xfrm>
              <a:off x="723473" y="-3648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p18"/>
            <p:cNvSpPr/>
            <p:nvPr/>
          </p:nvSpPr>
          <p:spPr>
            <a:xfrm>
              <a:off x="652105" y="3488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p18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p18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p18"/>
            <p:cNvSpPr/>
            <p:nvPr/>
          </p:nvSpPr>
          <p:spPr>
            <a:xfrm>
              <a:off x="440102" y="248988"/>
              <a:ext cx="461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18"/>
            <p:cNvSpPr/>
            <p:nvPr/>
          </p:nvSpPr>
          <p:spPr>
            <a:xfrm>
              <a:off x="368734" y="31825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18"/>
            <p:cNvSpPr/>
            <p:nvPr/>
          </p:nvSpPr>
          <p:spPr>
            <a:xfrm>
              <a:off x="297367" y="38962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18"/>
            <p:cNvSpPr/>
            <p:nvPr/>
          </p:nvSpPr>
          <p:spPr>
            <a:xfrm>
              <a:off x="225999" y="46099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p18"/>
            <p:cNvSpPr/>
            <p:nvPr/>
          </p:nvSpPr>
          <p:spPr>
            <a:xfrm>
              <a:off x="154631" y="532359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18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18"/>
            <p:cNvSpPr/>
            <p:nvPr/>
          </p:nvSpPr>
          <p:spPr>
            <a:xfrm>
              <a:off x="593332" y="-2388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18"/>
            <p:cNvSpPr/>
            <p:nvPr/>
          </p:nvSpPr>
          <p:spPr>
            <a:xfrm>
              <a:off x="524064" y="47479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18"/>
            <p:cNvSpPr/>
            <p:nvPr/>
          </p:nvSpPr>
          <p:spPr>
            <a:xfrm>
              <a:off x="452696" y="1188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p18"/>
            <p:cNvSpPr/>
            <p:nvPr/>
          </p:nvSpPr>
          <p:spPr>
            <a:xfrm>
              <a:off x="381328" y="19021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p18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18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p18"/>
            <p:cNvSpPr/>
            <p:nvPr/>
          </p:nvSpPr>
          <p:spPr>
            <a:xfrm>
              <a:off x="167226" y="404317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p18"/>
            <p:cNvSpPr/>
            <p:nvPr/>
          </p:nvSpPr>
          <p:spPr>
            <a:xfrm>
              <a:off x="97957" y="47358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p18"/>
            <p:cNvSpPr/>
            <p:nvPr/>
          </p:nvSpPr>
          <p:spPr>
            <a:xfrm>
              <a:off x="608025" y="-15193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18"/>
            <p:cNvSpPr/>
            <p:nvPr/>
          </p:nvSpPr>
          <p:spPr>
            <a:xfrm>
              <a:off x="536658" y="-80562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18"/>
            <p:cNvSpPr/>
            <p:nvPr/>
          </p:nvSpPr>
          <p:spPr>
            <a:xfrm>
              <a:off x="465290" y="-919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p18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p18"/>
            <p:cNvSpPr/>
            <p:nvPr/>
          </p:nvSpPr>
          <p:spPr>
            <a:xfrm>
              <a:off x="322555" y="13144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p18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p18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p18"/>
            <p:cNvSpPr/>
            <p:nvPr/>
          </p:nvSpPr>
          <p:spPr>
            <a:xfrm>
              <a:off x="110552" y="34554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3" name="Google Shape;1793;p18"/>
            <p:cNvSpPr/>
            <p:nvPr/>
          </p:nvSpPr>
          <p:spPr>
            <a:xfrm>
              <a:off x="39184" y="41691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 only 1">
    <p:spTree>
      <p:nvGrpSpPr>
        <p:cNvPr id="1795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p20"/>
          <p:cNvSpPr txBox="1"/>
          <p:nvPr>
            <p:ph type="title"/>
          </p:nvPr>
        </p:nvSpPr>
        <p:spPr>
          <a:xfrm>
            <a:off x="723900" y="552449"/>
            <a:ext cx="76962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sz="3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7" name="Google Shape;1797;p20"/>
          <p:cNvSpPr/>
          <p:nvPr/>
        </p:nvSpPr>
        <p:spPr>
          <a:xfrm>
            <a:off x="8420420" y="4398962"/>
            <a:ext cx="740961" cy="740961"/>
          </a:xfrm>
          <a:custGeom>
            <a:rect b="b" l="l" r="r" t="t"/>
            <a:pathLst>
              <a:path extrusionOk="0" h="16944" w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98" name="Google Shape;1798;p20"/>
          <p:cNvGrpSpPr/>
          <p:nvPr/>
        </p:nvGrpSpPr>
        <p:grpSpPr>
          <a:xfrm>
            <a:off x="-481750" y="4102340"/>
            <a:ext cx="1507871" cy="1510263"/>
            <a:chOff x="39184" y="-151930"/>
            <a:chExt cx="1309825" cy="1311903"/>
          </a:xfrm>
        </p:grpSpPr>
        <p:sp>
          <p:nvSpPr>
            <p:cNvPr id="1799" name="Google Shape;1799;p20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20"/>
            <p:cNvSpPr/>
            <p:nvPr/>
          </p:nvSpPr>
          <p:spPr>
            <a:xfrm>
              <a:off x="1231442" y="614221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20"/>
            <p:cNvSpPr/>
            <p:nvPr/>
          </p:nvSpPr>
          <p:spPr>
            <a:xfrm>
              <a:off x="1160075" y="68558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20"/>
            <p:cNvSpPr/>
            <p:nvPr/>
          </p:nvSpPr>
          <p:spPr>
            <a:xfrm>
              <a:off x="1088707" y="756956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20"/>
            <p:cNvSpPr/>
            <p:nvPr/>
          </p:nvSpPr>
          <p:spPr>
            <a:xfrm>
              <a:off x="1019439" y="828324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20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20"/>
            <p:cNvSpPr/>
            <p:nvPr/>
          </p:nvSpPr>
          <p:spPr>
            <a:xfrm>
              <a:off x="876704" y="96896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20"/>
            <p:cNvSpPr/>
            <p:nvPr/>
          </p:nvSpPr>
          <p:spPr>
            <a:xfrm>
              <a:off x="805336" y="104032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20"/>
            <p:cNvSpPr/>
            <p:nvPr/>
          </p:nvSpPr>
          <p:spPr>
            <a:xfrm>
              <a:off x="733969" y="111169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20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20"/>
            <p:cNvSpPr/>
            <p:nvPr/>
          </p:nvSpPr>
          <p:spPr>
            <a:xfrm>
              <a:off x="1174769" y="557547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20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p20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20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20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20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20"/>
            <p:cNvSpPr/>
            <p:nvPr/>
          </p:nvSpPr>
          <p:spPr>
            <a:xfrm>
              <a:off x="748662" y="983653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20"/>
            <p:cNvSpPr/>
            <p:nvPr/>
          </p:nvSpPr>
          <p:spPr>
            <a:xfrm>
              <a:off x="677294" y="1052922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20"/>
            <p:cNvSpPr/>
            <p:nvPr/>
          </p:nvSpPr>
          <p:spPr>
            <a:xfrm>
              <a:off x="1187363" y="427407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20"/>
            <p:cNvSpPr/>
            <p:nvPr/>
          </p:nvSpPr>
          <p:spPr>
            <a:xfrm>
              <a:off x="1115995" y="49877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p20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20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p20"/>
            <p:cNvSpPr/>
            <p:nvPr/>
          </p:nvSpPr>
          <p:spPr>
            <a:xfrm>
              <a:off x="901893" y="71077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p20"/>
            <p:cNvSpPr/>
            <p:nvPr/>
          </p:nvSpPr>
          <p:spPr>
            <a:xfrm>
              <a:off x="832623" y="782145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p20"/>
            <p:cNvSpPr/>
            <p:nvPr/>
          </p:nvSpPr>
          <p:spPr>
            <a:xfrm>
              <a:off x="761256" y="85351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p20"/>
            <p:cNvSpPr/>
            <p:nvPr/>
          </p:nvSpPr>
          <p:spPr>
            <a:xfrm>
              <a:off x="689888" y="92488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20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p20"/>
            <p:cNvSpPr/>
            <p:nvPr/>
          </p:nvSpPr>
          <p:spPr>
            <a:xfrm>
              <a:off x="1128589" y="370732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p20"/>
            <p:cNvSpPr/>
            <p:nvPr/>
          </p:nvSpPr>
          <p:spPr>
            <a:xfrm>
              <a:off x="1057221" y="44000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p20"/>
            <p:cNvSpPr/>
            <p:nvPr/>
          </p:nvSpPr>
          <p:spPr>
            <a:xfrm>
              <a:off x="985854" y="51136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p20"/>
            <p:cNvSpPr/>
            <p:nvPr/>
          </p:nvSpPr>
          <p:spPr>
            <a:xfrm>
              <a:off x="916585" y="58273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p20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p20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2" name="Google Shape;1832;p20"/>
            <p:cNvSpPr/>
            <p:nvPr/>
          </p:nvSpPr>
          <p:spPr>
            <a:xfrm>
              <a:off x="702483" y="796839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3" name="Google Shape;1833;p20"/>
            <p:cNvSpPr/>
            <p:nvPr/>
          </p:nvSpPr>
          <p:spPr>
            <a:xfrm>
              <a:off x="631115" y="86610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4" name="Google Shape;1834;p20"/>
            <p:cNvSpPr/>
            <p:nvPr/>
          </p:nvSpPr>
          <p:spPr>
            <a:xfrm>
              <a:off x="559747" y="93747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5" name="Google Shape;1835;p20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6" name="Google Shape;1836;p20"/>
            <p:cNvSpPr/>
            <p:nvPr/>
          </p:nvSpPr>
          <p:spPr>
            <a:xfrm>
              <a:off x="1000547" y="38332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p20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p20"/>
            <p:cNvSpPr/>
            <p:nvPr/>
          </p:nvSpPr>
          <p:spPr>
            <a:xfrm>
              <a:off x="857812" y="523963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p20"/>
            <p:cNvSpPr/>
            <p:nvPr/>
          </p:nvSpPr>
          <p:spPr>
            <a:xfrm>
              <a:off x="786444" y="59533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p20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p20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p20"/>
            <p:cNvSpPr/>
            <p:nvPr/>
          </p:nvSpPr>
          <p:spPr>
            <a:xfrm>
              <a:off x="574441" y="8094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p20"/>
            <p:cNvSpPr/>
            <p:nvPr/>
          </p:nvSpPr>
          <p:spPr>
            <a:xfrm>
              <a:off x="503073" y="880800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p20"/>
            <p:cNvSpPr/>
            <p:nvPr/>
          </p:nvSpPr>
          <p:spPr>
            <a:xfrm>
              <a:off x="1013141" y="25318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p20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20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20"/>
            <p:cNvSpPr/>
            <p:nvPr/>
          </p:nvSpPr>
          <p:spPr>
            <a:xfrm>
              <a:off x="799039" y="46728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20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p20"/>
            <p:cNvSpPr/>
            <p:nvPr/>
          </p:nvSpPr>
          <p:spPr>
            <a:xfrm>
              <a:off x="658403" y="60792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p20"/>
            <p:cNvSpPr/>
            <p:nvPr/>
          </p:nvSpPr>
          <p:spPr>
            <a:xfrm>
              <a:off x="587035" y="67929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p20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p20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p20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p20"/>
            <p:cNvSpPr/>
            <p:nvPr/>
          </p:nvSpPr>
          <p:spPr>
            <a:xfrm>
              <a:off x="885100" y="267879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5" name="Google Shape;1855;p20"/>
            <p:cNvSpPr/>
            <p:nvPr/>
          </p:nvSpPr>
          <p:spPr>
            <a:xfrm>
              <a:off x="813732" y="337148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p20"/>
            <p:cNvSpPr/>
            <p:nvPr/>
          </p:nvSpPr>
          <p:spPr>
            <a:xfrm>
              <a:off x="742364" y="408515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p20"/>
            <p:cNvSpPr/>
            <p:nvPr/>
          </p:nvSpPr>
          <p:spPr>
            <a:xfrm>
              <a:off x="670997" y="47988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p20"/>
            <p:cNvSpPr/>
            <p:nvPr/>
          </p:nvSpPr>
          <p:spPr>
            <a:xfrm>
              <a:off x="599629" y="5512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p20"/>
            <p:cNvSpPr/>
            <p:nvPr/>
          </p:nvSpPr>
          <p:spPr>
            <a:xfrm>
              <a:off x="528262" y="622618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p20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1" name="Google Shape;1861;p20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p20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p20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4" name="Google Shape;1864;p20"/>
            <p:cNvSpPr/>
            <p:nvPr/>
          </p:nvSpPr>
          <p:spPr>
            <a:xfrm>
              <a:off x="754959" y="280473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p20"/>
            <p:cNvSpPr/>
            <p:nvPr/>
          </p:nvSpPr>
          <p:spPr>
            <a:xfrm>
              <a:off x="683591" y="35184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p20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p20"/>
            <p:cNvSpPr/>
            <p:nvPr/>
          </p:nvSpPr>
          <p:spPr>
            <a:xfrm>
              <a:off x="542955" y="492477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p20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20"/>
            <p:cNvSpPr/>
            <p:nvPr/>
          </p:nvSpPr>
          <p:spPr>
            <a:xfrm>
              <a:off x="400220" y="63521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p20"/>
            <p:cNvSpPr/>
            <p:nvPr/>
          </p:nvSpPr>
          <p:spPr>
            <a:xfrm>
              <a:off x="328852" y="7065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p20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2" name="Google Shape;1872;p20"/>
            <p:cNvSpPr/>
            <p:nvPr/>
          </p:nvSpPr>
          <p:spPr>
            <a:xfrm>
              <a:off x="767553" y="1503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3" name="Google Shape;1873;p20"/>
            <p:cNvSpPr/>
            <p:nvPr/>
          </p:nvSpPr>
          <p:spPr>
            <a:xfrm>
              <a:off x="696185" y="22170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p20"/>
            <p:cNvSpPr/>
            <p:nvPr/>
          </p:nvSpPr>
          <p:spPr>
            <a:xfrm>
              <a:off x="626917" y="293068"/>
              <a:ext cx="461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20"/>
            <p:cNvSpPr/>
            <p:nvPr/>
          </p:nvSpPr>
          <p:spPr>
            <a:xfrm>
              <a:off x="555549" y="36443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20"/>
            <p:cNvSpPr/>
            <p:nvPr/>
          </p:nvSpPr>
          <p:spPr>
            <a:xfrm>
              <a:off x="484182" y="435803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7" name="Google Shape;1877;p20"/>
            <p:cNvSpPr/>
            <p:nvPr/>
          </p:nvSpPr>
          <p:spPr>
            <a:xfrm>
              <a:off x="412814" y="507170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p20"/>
            <p:cNvSpPr/>
            <p:nvPr/>
          </p:nvSpPr>
          <p:spPr>
            <a:xfrm>
              <a:off x="341447" y="576439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20"/>
            <p:cNvSpPr/>
            <p:nvPr/>
          </p:nvSpPr>
          <p:spPr>
            <a:xfrm>
              <a:off x="270079" y="64780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20"/>
            <p:cNvSpPr/>
            <p:nvPr/>
          </p:nvSpPr>
          <p:spPr>
            <a:xfrm>
              <a:off x="782246" y="22291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20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2" name="Google Shape;1882;p20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3" name="Google Shape;1883;p20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4" name="Google Shape;1884;p20"/>
            <p:cNvSpPr/>
            <p:nvPr/>
          </p:nvSpPr>
          <p:spPr>
            <a:xfrm>
              <a:off x="496776" y="30566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5" name="Google Shape;1885;p20"/>
            <p:cNvSpPr/>
            <p:nvPr/>
          </p:nvSpPr>
          <p:spPr>
            <a:xfrm>
              <a:off x="425408" y="37703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6" name="Google Shape;1886;p20"/>
            <p:cNvSpPr/>
            <p:nvPr/>
          </p:nvSpPr>
          <p:spPr>
            <a:xfrm>
              <a:off x="356140" y="448397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7" name="Google Shape;1887;p20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8" name="Google Shape;1888;p20"/>
            <p:cNvSpPr/>
            <p:nvPr/>
          </p:nvSpPr>
          <p:spPr>
            <a:xfrm>
              <a:off x="213405" y="591132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p20"/>
            <p:cNvSpPr/>
            <p:nvPr/>
          </p:nvSpPr>
          <p:spPr>
            <a:xfrm>
              <a:off x="723473" y="-3648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p20"/>
            <p:cNvSpPr/>
            <p:nvPr/>
          </p:nvSpPr>
          <p:spPr>
            <a:xfrm>
              <a:off x="652105" y="3488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1" name="Google Shape;1891;p20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2" name="Google Shape;1892;p20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p20"/>
            <p:cNvSpPr/>
            <p:nvPr/>
          </p:nvSpPr>
          <p:spPr>
            <a:xfrm>
              <a:off x="440102" y="248988"/>
              <a:ext cx="461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p20"/>
            <p:cNvSpPr/>
            <p:nvPr/>
          </p:nvSpPr>
          <p:spPr>
            <a:xfrm>
              <a:off x="368734" y="31825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20"/>
            <p:cNvSpPr/>
            <p:nvPr/>
          </p:nvSpPr>
          <p:spPr>
            <a:xfrm>
              <a:off x="297367" y="38962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6" name="Google Shape;1896;p20"/>
            <p:cNvSpPr/>
            <p:nvPr/>
          </p:nvSpPr>
          <p:spPr>
            <a:xfrm>
              <a:off x="225999" y="46099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7" name="Google Shape;1897;p20"/>
            <p:cNvSpPr/>
            <p:nvPr/>
          </p:nvSpPr>
          <p:spPr>
            <a:xfrm>
              <a:off x="154631" y="532359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8" name="Google Shape;1898;p20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9" name="Google Shape;1899;p20"/>
            <p:cNvSpPr/>
            <p:nvPr/>
          </p:nvSpPr>
          <p:spPr>
            <a:xfrm>
              <a:off x="593332" y="-2388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0" name="Google Shape;1900;p20"/>
            <p:cNvSpPr/>
            <p:nvPr/>
          </p:nvSpPr>
          <p:spPr>
            <a:xfrm>
              <a:off x="524064" y="47479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p20"/>
            <p:cNvSpPr/>
            <p:nvPr/>
          </p:nvSpPr>
          <p:spPr>
            <a:xfrm>
              <a:off x="452696" y="1188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20"/>
            <p:cNvSpPr/>
            <p:nvPr/>
          </p:nvSpPr>
          <p:spPr>
            <a:xfrm>
              <a:off x="381328" y="19021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20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20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20"/>
            <p:cNvSpPr/>
            <p:nvPr/>
          </p:nvSpPr>
          <p:spPr>
            <a:xfrm>
              <a:off x="167226" y="404317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p20"/>
            <p:cNvSpPr/>
            <p:nvPr/>
          </p:nvSpPr>
          <p:spPr>
            <a:xfrm>
              <a:off x="97957" y="47358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p20"/>
            <p:cNvSpPr/>
            <p:nvPr/>
          </p:nvSpPr>
          <p:spPr>
            <a:xfrm>
              <a:off x="608025" y="-15193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p20"/>
            <p:cNvSpPr/>
            <p:nvPr/>
          </p:nvSpPr>
          <p:spPr>
            <a:xfrm>
              <a:off x="536658" y="-80562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p20"/>
            <p:cNvSpPr/>
            <p:nvPr/>
          </p:nvSpPr>
          <p:spPr>
            <a:xfrm>
              <a:off x="465290" y="-919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p20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p20"/>
            <p:cNvSpPr/>
            <p:nvPr/>
          </p:nvSpPr>
          <p:spPr>
            <a:xfrm>
              <a:off x="322555" y="13144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2" name="Google Shape;1912;p20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3" name="Google Shape;1913;p20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4" name="Google Shape;1914;p20"/>
            <p:cNvSpPr/>
            <p:nvPr/>
          </p:nvSpPr>
          <p:spPr>
            <a:xfrm>
              <a:off x="110552" y="34554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20"/>
            <p:cNvSpPr/>
            <p:nvPr/>
          </p:nvSpPr>
          <p:spPr>
            <a:xfrm>
              <a:off x="39184" y="41691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6" name="Google Shape;1916;p20"/>
          <p:cNvGrpSpPr/>
          <p:nvPr/>
        </p:nvGrpSpPr>
        <p:grpSpPr>
          <a:xfrm flipH="1">
            <a:off x="8632879" y="-120500"/>
            <a:ext cx="1507871" cy="1510263"/>
            <a:chOff x="39184" y="-151930"/>
            <a:chExt cx="1309825" cy="1311903"/>
          </a:xfrm>
        </p:grpSpPr>
        <p:sp>
          <p:nvSpPr>
            <p:cNvPr id="1917" name="Google Shape;1917;p20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8" name="Google Shape;1918;p20"/>
            <p:cNvSpPr/>
            <p:nvPr/>
          </p:nvSpPr>
          <p:spPr>
            <a:xfrm>
              <a:off x="1231442" y="614221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9" name="Google Shape;1919;p20"/>
            <p:cNvSpPr/>
            <p:nvPr/>
          </p:nvSpPr>
          <p:spPr>
            <a:xfrm>
              <a:off x="1160075" y="68558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0" name="Google Shape;1920;p20"/>
            <p:cNvSpPr/>
            <p:nvPr/>
          </p:nvSpPr>
          <p:spPr>
            <a:xfrm>
              <a:off x="1088707" y="756956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1" name="Google Shape;1921;p20"/>
            <p:cNvSpPr/>
            <p:nvPr/>
          </p:nvSpPr>
          <p:spPr>
            <a:xfrm>
              <a:off x="1019439" y="828324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20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20"/>
            <p:cNvSpPr/>
            <p:nvPr/>
          </p:nvSpPr>
          <p:spPr>
            <a:xfrm>
              <a:off x="876704" y="96896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20"/>
            <p:cNvSpPr/>
            <p:nvPr/>
          </p:nvSpPr>
          <p:spPr>
            <a:xfrm>
              <a:off x="805336" y="104032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20"/>
            <p:cNvSpPr/>
            <p:nvPr/>
          </p:nvSpPr>
          <p:spPr>
            <a:xfrm>
              <a:off x="733969" y="111169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20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20"/>
            <p:cNvSpPr/>
            <p:nvPr/>
          </p:nvSpPr>
          <p:spPr>
            <a:xfrm>
              <a:off x="1174769" y="557547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8" name="Google Shape;1928;p20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9" name="Google Shape;1929;p20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0" name="Google Shape;1930;p20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p20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p20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3" name="Google Shape;1933;p20"/>
            <p:cNvSpPr/>
            <p:nvPr/>
          </p:nvSpPr>
          <p:spPr>
            <a:xfrm>
              <a:off x="748662" y="983653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4" name="Google Shape;1934;p20"/>
            <p:cNvSpPr/>
            <p:nvPr/>
          </p:nvSpPr>
          <p:spPr>
            <a:xfrm>
              <a:off x="677294" y="1052922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5" name="Google Shape;1935;p20"/>
            <p:cNvSpPr/>
            <p:nvPr/>
          </p:nvSpPr>
          <p:spPr>
            <a:xfrm>
              <a:off x="1187363" y="427407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6" name="Google Shape;1936;p20"/>
            <p:cNvSpPr/>
            <p:nvPr/>
          </p:nvSpPr>
          <p:spPr>
            <a:xfrm>
              <a:off x="1115995" y="49877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7" name="Google Shape;1937;p20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p20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9" name="Google Shape;1939;p20"/>
            <p:cNvSpPr/>
            <p:nvPr/>
          </p:nvSpPr>
          <p:spPr>
            <a:xfrm>
              <a:off x="901893" y="71077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0" name="Google Shape;1940;p20"/>
            <p:cNvSpPr/>
            <p:nvPr/>
          </p:nvSpPr>
          <p:spPr>
            <a:xfrm>
              <a:off x="832623" y="782145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1" name="Google Shape;1941;p20"/>
            <p:cNvSpPr/>
            <p:nvPr/>
          </p:nvSpPr>
          <p:spPr>
            <a:xfrm>
              <a:off x="761256" y="85351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2" name="Google Shape;1942;p20"/>
            <p:cNvSpPr/>
            <p:nvPr/>
          </p:nvSpPr>
          <p:spPr>
            <a:xfrm>
              <a:off x="689888" y="92488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3" name="Google Shape;1943;p20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p20"/>
            <p:cNvSpPr/>
            <p:nvPr/>
          </p:nvSpPr>
          <p:spPr>
            <a:xfrm>
              <a:off x="1128589" y="370732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5" name="Google Shape;1945;p20"/>
            <p:cNvSpPr/>
            <p:nvPr/>
          </p:nvSpPr>
          <p:spPr>
            <a:xfrm>
              <a:off x="1057221" y="44000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6" name="Google Shape;1946;p20"/>
            <p:cNvSpPr/>
            <p:nvPr/>
          </p:nvSpPr>
          <p:spPr>
            <a:xfrm>
              <a:off x="985854" y="51136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7" name="Google Shape;1947;p20"/>
            <p:cNvSpPr/>
            <p:nvPr/>
          </p:nvSpPr>
          <p:spPr>
            <a:xfrm>
              <a:off x="916585" y="58273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8" name="Google Shape;1948;p20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9" name="Google Shape;1949;p20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0" name="Google Shape;1950;p20"/>
            <p:cNvSpPr/>
            <p:nvPr/>
          </p:nvSpPr>
          <p:spPr>
            <a:xfrm>
              <a:off x="702483" y="796839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1" name="Google Shape;1951;p20"/>
            <p:cNvSpPr/>
            <p:nvPr/>
          </p:nvSpPr>
          <p:spPr>
            <a:xfrm>
              <a:off x="631115" y="86610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2" name="Google Shape;1952;p20"/>
            <p:cNvSpPr/>
            <p:nvPr/>
          </p:nvSpPr>
          <p:spPr>
            <a:xfrm>
              <a:off x="559747" y="93747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3" name="Google Shape;1953;p20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4" name="Google Shape;1954;p20"/>
            <p:cNvSpPr/>
            <p:nvPr/>
          </p:nvSpPr>
          <p:spPr>
            <a:xfrm>
              <a:off x="1000547" y="38332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5" name="Google Shape;1955;p20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6" name="Google Shape;1956;p20"/>
            <p:cNvSpPr/>
            <p:nvPr/>
          </p:nvSpPr>
          <p:spPr>
            <a:xfrm>
              <a:off x="857812" y="523963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7" name="Google Shape;1957;p20"/>
            <p:cNvSpPr/>
            <p:nvPr/>
          </p:nvSpPr>
          <p:spPr>
            <a:xfrm>
              <a:off x="786444" y="59533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8" name="Google Shape;1958;p20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9" name="Google Shape;1959;p20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0" name="Google Shape;1960;p20"/>
            <p:cNvSpPr/>
            <p:nvPr/>
          </p:nvSpPr>
          <p:spPr>
            <a:xfrm>
              <a:off x="574441" y="8094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1" name="Google Shape;1961;p20"/>
            <p:cNvSpPr/>
            <p:nvPr/>
          </p:nvSpPr>
          <p:spPr>
            <a:xfrm>
              <a:off x="503073" y="880800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2" name="Google Shape;1962;p20"/>
            <p:cNvSpPr/>
            <p:nvPr/>
          </p:nvSpPr>
          <p:spPr>
            <a:xfrm>
              <a:off x="1013141" y="25318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3" name="Google Shape;1963;p20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4" name="Google Shape;1964;p20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5" name="Google Shape;1965;p20"/>
            <p:cNvSpPr/>
            <p:nvPr/>
          </p:nvSpPr>
          <p:spPr>
            <a:xfrm>
              <a:off x="799039" y="46728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6" name="Google Shape;1966;p20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7" name="Google Shape;1967;p20"/>
            <p:cNvSpPr/>
            <p:nvPr/>
          </p:nvSpPr>
          <p:spPr>
            <a:xfrm>
              <a:off x="658403" y="60792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8" name="Google Shape;1968;p20"/>
            <p:cNvSpPr/>
            <p:nvPr/>
          </p:nvSpPr>
          <p:spPr>
            <a:xfrm>
              <a:off x="587035" y="67929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9" name="Google Shape;1969;p20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0" name="Google Shape;1970;p20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1" name="Google Shape;1971;p20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2" name="Google Shape;1972;p20"/>
            <p:cNvSpPr/>
            <p:nvPr/>
          </p:nvSpPr>
          <p:spPr>
            <a:xfrm>
              <a:off x="885100" y="267879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3" name="Google Shape;1973;p20"/>
            <p:cNvSpPr/>
            <p:nvPr/>
          </p:nvSpPr>
          <p:spPr>
            <a:xfrm>
              <a:off x="813732" y="337148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4" name="Google Shape;1974;p20"/>
            <p:cNvSpPr/>
            <p:nvPr/>
          </p:nvSpPr>
          <p:spPr>
            <a:xfrm>
              <a:off x="742364" y="408515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5" name="Google Shape;1975;p20"/>
            <p:cNvSpPr/>
            <p:nvPr/>
          </p:nvSpPr>
          <p:spPr>
            <a:xfrm>
              <a:off x="670997" y="47988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6" name="Google Shape;1976;p20"/>
            <p:cNvSpPr/>
            <p:nvPr/>
          </p:nvSpPr>
          <p:spPr>
            <a:xfrm>
              <a:off x="599629" y="5512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7" name="Google Shape;1977;p20"/>
            <p:cNvSpPr/>
            <p:nvPr/>
          </p:nvSpPr>
          <p:spPr>
            <a:xfrm>
              <a:off x="528262" y="622618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8" name="Google Shape;1978;p20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9" name="Google Shape;1979;p20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0" name="Google Shape;1980;p20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1" name="Google Shape;1981;p20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2" name="Google Shape;1982;p20"/>
            <p:cNvSpPr/>
            <p:nvPr/>
          </p:nvSpPr>
          <p:spPr>
            <a:xfrm>
              <a:off x="754959" y="280473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3" name="Google Shape;1983;p20"/>
            <p:cNvSpPr/>
            <p:nvPr/>
          </p:nvSpPr>
          <p:spPr>
            <a:xfrm>
              <a:off x="683591" y="35184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4" name="Google Shape;1984;p20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5" name="Google Shape;1985;p20"/>
            <p:cNvSpPr/>
            <p:nvPr/>
          </p:nvSpPr>
          <p:spPr>
            <a:xfrm>
              <a:off x="542955" y="492477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6" name="Google Shape;1986;p20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7" name="Google Shape;1987;p20"/>
            <p:cNvSpPr/>
            <p:nvPr/>
          </p:nvSpPr>
          <p:spPr>
            <a:xfrm>
              <a:off x="400220" y="63521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8" name="Google Shape;1988;p20"/>
            <p:cNvSpPr/>
            <p:nvPr/>
          </p:nvSpPr>
          <p:spPr>
            <a:xfrm>
              <a:off x="328852" y="7065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9" name="Google Shape;1989;p20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0" name="Google Shape;1990;p20"/>
            <p:cNvSpPr/>
            <p:nvPr/>
          </p:nvSpPr>
          <p:spPr>
            <a:xfrm>
              <a:off x="767553" y="1503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1" name="Google Shape;1991;p20"/>
            <p:cNvSpPr/>
            <p:nvPr/>
          </p:nvSpPr>
          <p:spPr>
            <a:xfrm>
              <a:off x="696185" y="22170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2" name="Google Shape;1992;p20"/>
            <p:cNvSpPr/>
            <p:nvPr/>
          </p:nvSpPr>
          <p:spPr>
            <a:xfrm>
              <a:off x="626917" y="293068"/>
              <a:ext cx="461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3" name="Google Shape;1993;p20"/>
            <p:cNvSpPr/>
            <p:nvPr/>
          </p:nvSpPr>
          <p:spPr>
            <a:xfrm>
              <a:off x="555549" y="36443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4" name="Google Shape;1994;p20"/>
            <p:cNvSpPr/>
            <p:nvPr/>
          </p:nvSpPr>
          <p:spPr>
            <a:xfrm>
              <a:off x="484182" y="435803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5" name="Google Shape;1995;p20"/>
            <p:cNvSpPr/>
            <p:nvPr/>
          </p:nvSpPr>
          <p:spPr>
            <a:xfrm>
              <a:off x="412814" y="507170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6" name="Google Shape;1996;p20"/>
            <p:cNvSpPr/>
            <p:nvPr/>
          </p:nvSpPr>
          <p:spPr>
            <a:xfrm>
              <a:off x="341447" y="576439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p20"/>
            <p:cNvSpPr/>
            <p:nvPr/>
          </p:nvSpPr>
          <p:spPr>
            <a:xfrm>
              <a:off x="270079" y="64780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8" name="Google Shape;1998;p20"/>
            <p:cNvSpPr/>
            <p:nvPr/>
          </p:nvSpPr>
          <p:spPr>
            <a:xfrm>
              <a:off x="782246" y="22291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p20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0" name="Google Shape;2000;p20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p20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2" name="Google Shape;2002;p20"/>
            <p:cNvSpPr/>
            <p:nvPr/>
          </p:nvSpPr>
          <p:spPr>
            <a:xfrm>
              <a:off x="496776" y="30566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p20"/>
            <p:cNvSpPr/>
            <p:nvPr/>
          </p:nvSpPr>
          <p:spPr>
            <a:xfrm>
              <a:off x="425408" y="37703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20"/>
            <p:cNvSpPr/>
            <p:nvPr/>
          </p:nvSpPr>
          <p:spPr>
            <a:xfrm>
              <a:off x="356140" y="448397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p20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6" name="Google Shape;2006;p20"/>
            <p:cNvSpPr/>
            <p:nvPr/>
          </p:nvSpPr>
          <p:spPr>
            <a:xfrm>
              <a:off x="213405" y="591132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p20"/>
            <p:cNvSpPr/>
            <p:nvPr/>
          </p:nvSpPr>
          <p:spPr>
            <a:xfrm>
              <a:off x="723473" y="-3648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p20"/>
            <p:cNvSpPr/>
            <p:nvPr/>
          </p:nvSpPr>
          <p:spPr>
            <a:xfrm>
              <a:off x="652105" y="3488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9" name="Google Shape;2009;p20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0" name="Google Shape;2010;p20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1" name="Google Shape;2011;p20"/>
            <p:cNvSpPr/>
            <p:nvPr/>
          </p:nvSpPr>
          <p:spPr>
            <a:xfrm>
              <a:off x="440102" y="248988"/>
              <a:ext cx="461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2" name="Google Shape;2012;p20"/>
            <p:cNvSpPr/>
            <p:nvPr/>
          </p:nvSpPr>
          <p:spPr>
            <a:xfrm>
              <a:off x="368734" y="31825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3" name="Google Shape;2013;p20"/>
            <p:cNvSpPr/>
            <p:nvPr/>
          </p:nvSpPr>
          <p:spPr>
            <a:xfrm>
              <a:off x="297367" y="38962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4" name="Google Shape;2014;p20"/>
            <p:cNvSpPr/>
            <p:nvPr/>
          </p:nvSpPr>
          <p:spPr>
            <a:xfrm>
              <a:off x="225999" y="46099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5" name="Google Shape;2015;p20"/>
            <p:cNvSpPr/>
            <p:nvPr/>
          </p:nvSpPr>
          <p:spPr>
            <a:xfrm>
              <a:off x="154631" y="532359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6" name="Google Shape;2016;p20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p20"/>
            <p:cNvSpPr/>
            <p:nvPr/>
          </p:nvSpPr>
          <p:spPr>
            <a:xfrm>
              <a:off x="593332" y="-2388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8" name="Google Shape;2018;p20"/>
            <p:cNvSpPr/>
            <p:nvPr/>
          </p:nvSpPr>
          <p:spPr>
            <a:xfrm>
              <a:off x="524064" y="47479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9" name="Google Shape;2019;p20"/>
            <p:cNvSpPr/>
            <p:nvPr/>
          </p:nvSpPr>
          <p:spPr>
            <a:xfrm>
              <a:off x="452696" y="1188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0" name="Google Shape;2020;p20"/>
            <p:cNvSpPr/>
            <p:nvPr/>
          </p:nvSpPr>
          <p:spPr>
            <a:xfrm>
              <a:off x="381328" y="19021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1" name="Google Shape;2021;p20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p20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p20"/>
            <p:cNvSpPr/>
            <p:nvPr/>
          </p:nvSpPr>
          <p:spPr>
            <a:xfrm>
              <a:off x="167226" y="404317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4" name="Google Shape;2024;p20"/>
            <p:cNvSpPr/>
            <p:nvPr/>
          </p:nvSpPr>
          <p:spPr>
            <a:xfrm>
              <a:off x="97957" y="47358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5" name="Google Shape;2025;p20"/>
            <p:cNvSpPr/>
            <p:nvPr/>
          </p:nvSpPr>
          <p:spPr>
            <a:xfrm>
              <a:off x="608025" y="-15193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6" name="Google Shape;2026;p20"/>
            <p:cNvSpPr/>
            <p:nvPr/>
          </p:nvSpPr>
          <p:spPr>
            <a:xfrm>
              <a:off x="536658" y="-80562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7" name="Google Shape;2027;p20"/>
            <p:cNvSpPr/>
            <p:nvPr/>
          </p:nvSpPr>
          <p:spPr>
            <a:xfrm>
              <a:off x="465290" y="-919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8" name="Google Shape;2028;p20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p20"/>
            <p:cNvSpPr/>
            <p:nvPr/>
          </p:nvSpPr>
          <p:spPr>
            <a:xfrm>
              <a:off x="322555" y="13144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p20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1" name="Google Shape;2031;p20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2" name="Google Shape;2032;p20"/>
            <p:cNvSpPr/>
            <p:nvPr/>
          </p:nvSpPr>
          <p:spPr>
            <a:xfrm>
              <a:off x="110552" y="34554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p20"/>
            <p:cNvSpPr/>
            <p:nvPr/>
          </p:nvSpPr>
          <p:spPr>
            <a:xfrm>
              <a:off x="39184" y="41691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_1">
    <p:spTree>
      <p:nvGrpSpPr>
        <p:cNvPr id="2034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p21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6" name="Google Shape;2036;p21"/>
          <p:cNvSpPr txBox="1"/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_1_1">
    <p:spTree>
      <p:nvGrpSpPr>
        <p:cNvPr id="2037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p22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9" name="Google Shape;2039;p22"/>
          <p:cNvSpPr txBox="1"/>
          <p:nvPr>
            <p:ph type="title"/>
          </p:nvPr>
        </p:nvSpPr>
        <p:spPr>
          <a:xfrm>
            <a:off x="728527" y="539500"/>
            <a:ext cx="33477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40" name="Google Shape;2040;p22"/>
          <p:cNvSpPr txBox="1"/>
          <p:nvPr>
            <p:ph idx="2" type="title"/>
          </p:nvPr>
        </p:nvSpPr>
        <p:spPr>
          <a:xfrm>
            <a:off x="4977550" y="539500"/>
            <a:ext cx="34584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b="1" sz="3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b="1" sz="3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b="1" sz="3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b="1" sz="3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b="1" sz="3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b="1" sz="3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b="1" sz="3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b="1" sz="3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b="1" sz="3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9.png"/><Relationship Id="rId5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4" name="Shape 2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Google Shape;2045;p23"/>
          <p:cNvSpPr txBox="1"/>
          <p:nvPr>
            <p:ph type="ctrTitle"/>
          </p:nvPr>
        </p:nvSpPr>
        <p:spPr>
          <a:xfrm>
            <a:off x="1169250" y="560775"/>
            <a:ext cx="6805500" cy="2295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000"/>
              <a:buNone/>
            </a:pPr>
            <a:r>
              <a:rPr lang="en"/>
              <a:t>RentFlow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000"/>
              <a:buNone/>
            </a:pPr>
            <a:r>
              <a:rPr lang="en"/>
              <a:t>План развития</a:t>
            </a:r>
            <a:endParaRPr/>
          </a:p>
        </p:txBody>
      </p:sp>
      <p:grpSp>
        <p:nvGrpSpPr>
          <p:cNvPr id="2046" name="Google Shape;2046;p23"/>
          <p:cNvGrpSpPr/>
          <p:nvPr/>
        </p:nvGrpSpPr>
        <p:grpSpPr>
          <a:xfrm>
            <a:off x="7299621" y="-188885"/>
            <a:ext cx="2300520" cy="2575530"/>
            <a:chOff x="3238240" y="323850"/>
            <a:chExt cx="1739919" cy="1947912"/>
          </a:xfrm>
        </p:grpSpPr>
        <p:sp>
          <p:nvSpPr>
            <p:cNvPr id="2047" name="Google Shape;2047;p23"/>
            <p:cNvSpPr/>
            <p:nvPr/>
          </p:nvSpPr>
          <p:spPr>
            <a:xfrm>
              <a:off x="3238240" y="323850"/>
              <a:ext cx="1654154" cy="1947912"/>
            </a:xfrm>
            <a:custGeom>
              <a:rect b="b" l="l" r="r" t="t"/>
              <a:pathLst>
                <a:path extrusionOk="0" h="58876" w="50016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8" name="Google Shape;2048;p23"/>
            <p:cNvSpPr/>
            <p:nvPr/>
          </p:nvSpPr>
          <p:spPr>
            <a:xfrm>
              <a:off x="4036753" y="947738"/>
              <a:ext cx="941406" cy="657233"/>
            </a:xfrm>
            <a:custGeom>
              <a:rect b="b" l="l" r="r" t="t"/>
              <a:pathLst>
                <a:path extrusionOk="0" h="19847" w="28452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9" name="Google Shape;2049;p23"/>
            <p:cNvSpPr/>
            <p:nvPr/>
          </p:nvSpPr>
          <p:spPr>
            <a:xfrm>
              <a:off x="3724015" y="1260475"/>
              <a:ext cx="941406" cy="657233"/>
            </a:xfrm>
            <a:custGeom>
              <a:rect b="b" l="l" r="r" t="t"/>
              <a:pathLst>
                <a:path extrusionOk="0" h="19847" w="28452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0" name="Google Shape;2050;p23"/>
            <p:cNvSpPr/>
            <p:nvPr/>
          </p:nvSpPr>
          <p:spPr>
            <a:xfrm>
              <a:off x="4109778" y="1271588"/>
              <a:ext cx="403228" cy="403228"/>
            </a:xfrm>
            <a:custGeom>
              <a:rect b="b" l="l" r="r" t="t"/>
              <a:pathLst>
                <a:path extrusionOk="0" h="12207" w="12207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1" name="Google Shape;2051;p23"/>
            <p:cNvSpPr/>
            <p:nvPr/>
          </p:nvSpPr>
          <p:spPr>
            <a:xfrm>
              <a:off x="4192328" y="1189038"/>
              <a:ext cx="403225" cy="403225"/>
            </a:xfrm>
            <a:custGeom>
              <a:rect b="b" l="l" r="r" t="t"/>
              <a:pathLst>
                <a:path extrusionOk="0" h="12206" w="12206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52" name="Google Shape;2052;p23"/>
          <p:cNvGrpSpPr/>
          <p:nvPr/>
        </p:nvGrpSpPr>
        <p:grpSpPr>
          <a:xfrm>
            <a:off x="-8578" y="2367133"/>
            <a:ext cx="2187094" cy="2789634"/>
            <a:chOff x="3700202" y="2700338"/>
            <a:chExt cx="1654132" cy="2109842"/>
          </a:xfrm>
        </p:grpSpPr>
        <p:sp>
          <p:nvSpPr>
            <p:cNvPr id="2053" name="Google Shape;2053;p23"/>
            <p:cNvSpPr/>
            <p:nvPr/>
          </p:nvSpPr>
          <p:spPr>
            <a:xfrm>
              <a:off x="3700202" y="2700338"/>
              <a:ext cx="1654132" cy="2109842"/>
            </a:xfrm>
            <a:custGeom>
              <a:rect b="b" l="l" r="r" t="t"/>
              <a:pathLst>
                <a:path extrusionOk="0" h="63780" w="50004">
                  <a:moveTo>
                    <a:pt x="50004" y="50004"/>
                  </a:moveTo>
                  <a:lnTo>
                    <a:pt x="0" y="0"/>
                  </a:lnTo>
                  <a:lnTo>
                    <a:pt x="79" y="29993"/>
                  </a:lnTo>
                  <a:lnTo>
                    <a:pt x="33867" y="63780"/>
                  </a:lnTo>
                  <a:lnTo>
                    <a:pt x="50001" y="63703"/>
                  </a:lnTo>
                  <a:lnTo>
                    <a:pt x="50004" y="5000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4" name="Google Shape;2054;p23"/>
            <p:cNvSpPr/>
            <p:nvPr/>
          </p:nvSpPr>
          <p:spPr>
            <a:xfrm>
              <a:off x="3703377" y="3690938"/>
              <a:ext cx="1117623" cy="1117589"/>
            </a:xfrm>
            <a:custGeom>
              <a:rect b="b" l="l" r="r" t="t"/>
              <a:pathLst>
                <a:path extrusionOk="0" h="33787" w="33788">
                  <a:moveTo>
                    <a:pt x="0" y="0"/>
                  </a:moveTo>
                  <a:lnTo>
                    <a:pt x="33788" y="33787"/>
                  </a:lnTo>
                  <a:lnTo>
                    <a:pt x="36" y="33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5" name="Google Shape;2055;p23"/>
            <p:cNvSpPr/>
            <p:nvPr/>
          </p:nvSpPr>
          <p:spPr>
            <a:xfrm>
              <a:off x="4057390" y="3656013"/>
              <a:ext cx="935041" cy="652454"/>
            </a:xfrm>
            <a:custGeom>
              <a:rect b="b" l="l" r="r" t="t"/>
              <a:pathLst>
                <a:path extrusionOk="0" h="19728" w="28281">
                  <a:moveTo>
                    <a:pt x="0" y="5276"/>
                  </a:moveTo>
                  <a:lnTo>
                    <a:pt x="0" y="5276"/>
                  </a:lnTo>
                  <a:cubicBezTo>
                    <a:pt x="5276" y="0"/>
                    <a:pt x="13829" y="0"/>
                    <a:pt x="19104" y="5276"/>
                  </a:cubicBezTo>
                  <a:lnTo>
                    <a:pt x="28281" y="14453"/>
                  </a:lnTo>
                  <a:lnTo>
                    <a:pt x="28281" y="14453"/>
                  </a:lnTo>
                  <a:cubicBezTo>
                    <a:pt x="23006" y="19728"/>
                    <a:pt x="14453" y="19728"/>
                    <a:pt x="9177" y="14453"/>
                  </a:cubicBezTo>
                  <a:lnTo>
                    <a:pt x="0" y="527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6" name="Google Shape;2056;p23"/>
            <p:cNvSpPr/>
            <p:nvPr/>
          </p:nvSpPr>
          <p:spPr>
            <a:xfrm>
              <a:off x="3746240" y="3967163"/>
              <a:ext cx="935041" cy="652471"/>
            </a:xfrm>
            <a:custGeom>
              <a:rect b="b" l="l" r="r" t="t"/>
              <a:pathLst>
                <a:path extrusionOk="0" h="19727" w="28281">
                  <a:moveTo>
                    <a:pt x="0" y="5275"/>
                  </a:moveTo>
                  <a:lnTo>
                    <a:pt x="0" y="5275"/>
                  </a:lnTo>
                  <a:cubicBezTo>
                    <a:pt x="5275" y="0"/>
                    <a:pt x="13828" y="0"/>
                    <a:pt x="19104" y="5275"/>
                  </a:cubicBezTo>
                  <a:lnTo>
                    <a:pt x="28281" y="14452"/>
                  </a:lnTo>
                  <a:lnTo>
                    <a:pt x="28281" y="14452"/>
                  </a:lnTo>
                  <a:cubicBezTo>
                    <a:pt x="23005" y="19727"/>
                    <a:pt x="14452" y="19727"/>
                    <a:pt x="9177" y="14452"/>
                  </a:cubicBezTo>
                  <a:lnTo>
                    <a:pt x="0" y="52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7" name="Google Shape;2057;p23"/>
            <p:cNvSpPr/>
            <p:nvPr/>
          </p:nvSpPr>
          <p:spPr>
            <a:xfrm>
              <a:off x="4128827" y="3976688"/>
              <a:ext cx="401633" cy="401633"/>
            </a:xfrm>
            <a:custGeom>
              <a:rect b="b" l="l" r="r" t="t"/>
              <a:pathLst>
                <a:path extrusionOk="0" h="12133" w="12133">
                  <a:moveTo>
                    <a:pt x="2647" y="9486"/>
                  </a:moveTo>
                  <a:cubicBezTo>
                    <a:pt x="5261" y="12100"/>
                    <a:pt x="9471" y="12133"/>
                    <a:pt x="12133" y="9597"/>
                  </a:cubicBezTo>
                  <a:lnTo>
                    <a:pt x="2536" y="0"/>
                  </a:lnTo>
                  <a:cubicBezTo>
                    <a:pt x="0" y="2662"/>
                    <a:pt x="33" y="6872"/>
                    <a:pt x="2647" y="94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8" name="Google Shape;2058;p23"/>
            <p:cNvSpPr/>
            <p:nvPr/>
          </p:nvSpPr>
          <p:spPr>
            <a:xfrm>
              <a:off x="4211377" y="3895725"/>
              <a:ext cx="401633" cy="401633"/>
            </a:xfrm>
            <a:custGeom>
              <a:rect b="b" l="l" r="r" t="t"/>
              <a:pathLst>
                <a:path extrusionOk="0" h="12133" w="12133">
                  <a:moveTo>
                    <a:pt x="9486" y="2647"/>
                  </a:moveTo>
                  <a:cubicBezTo>
                    <a:pt x="6872" y="33"/>
                    <a:pt x="2662" y="0"/>
                    <a:pt x="0" y="2536"/>
                  </a:cubicBezTo>
                  <a:lnTo>
                    <a:pt x="9597" y="12133"/>
                  </a:lnTo>
                  <a:cubicBezTo>
                    <a:pt x="12133" y="9471"/>
                    <a:pt x="12100" y="5261"/>
                    <a:pt x="9486" y="26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59" name="Google Shape;2059;p23"/>
          <p:cNvSpPr/>
          <p:nvPr/>
        </p:nvSpPr>
        <p:spPr>
          <a:xfrm>
            <a:off x="7505439" y="-2014745"/>
            <a:ext cx="2187200" cy="2575531"/>
          </a:xfrm>
          <a:custGeom>
            <a:rect b="b" l="l" r="r" t="t"/>
            <a:pathLst>
              <a:path extrusionOk="0" h="58876" w="50016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0" name="Google Shape;2060;p23"/>
          <p:cNvSpPr txBox="1"/>
          <p:nvPr/>
        </p:nvSpPr>
        <p:spPr>
          <a:xfrm>
            <a:off x="2263175" y="4568525"/>
            <a:ext cx="3735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Выполнили: ЭФБО-01-23, команда №8, Бурков О.А., Дмитриев А.В., Долгова С.С., Дубов Н.С.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061" name="Google Shape;2061;p23"/>
          <p:cNvSpPr txBox="1"/>
          <p:nvPr/>
        </p:nvSpPr>
        <p:spPr>
          <a:xfrm>
            <a:off x="1676700" y="2856375"/>
            <a:ext cx="579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Практическая работа по предменту: Стартап в информационных технологиях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5" name="Shape 2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Google Shape;2066;p24"/>
          <p:cNvSpPr txBox="1"/>
          <p:nvPr>
            <p:ph type="title"/>
          </p:nvPr>
        </p:nvSpPr>
        <p:spPr>
          <a:xfrm>
            <a:off x="4110225" y="287450"/>
            <a:ext cx="4788600" cy="101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Управление арендой в одном приложении</a:t>
            </a:r>
            <a:endParaRPr/>
          </a:p>
        </p:txBody>
      </p:sp>
      <p:pic>
        <p:nvPicPr>
          <p:cNvPr id="2067" name="Google Shape;206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225" y="152400"/>
            <a:ext cx="3223620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2068" name="Google Shape;2068;p24"/>
          <p:cNvSpPr txBox="1"/>
          <p:nvPr/>
        </p:nvSpPr>
        <p:spPr>
          <a:xfrm>
            <a:off x="4110225" y="1530275"/>
            <a:ext cx="4788600" cy="16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Проблема:</a:t>
            </a: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аренда ведётся через мессенджеры, звонки и таблицы — заявки, оплаты и договоры теряются или разбросаны по разным сервисам.</a:t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Идея:</a:t>
            </a: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единая платформа, где сосредоточены чат, заявки на ремонт, статус оплат и документы — чтобы унять хаос и вернуть контроль.  </a:t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069" name="Google Shape;2069;p24"/>
          <p:cNvSpPr/>
          <p:nvPr/>
        </p:nvSpPr>
        <p:spPr>
          <a:xfrm>
            <a:off x="4134675" y="3371375"/>
            <a:ext cx="4739700" cy="91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FFFFFF&quot;&gt;&lt;path d=&quot;M440-280h80v-240h-80v240Zm68.5-331.5Q520-623 520-640t-11.5-28.5Q497-680 480-680t-28.5 11.5Q440-657 440-640t11.5 28.5Q463-600 480-600t28.5-11.5ZM480-80q-83 0-156-31.5T197-197q-54-54-85.5-127T80-480q0-83 31.5-156T197-763q54-54 127-85.5T480-880q83 0 156 31.5T763-763q54 54 85.5 127T880-480q0 83-31.5 156T763-197q-54 54-127 85.5T480-80Zm0-80q134 0 227-93t93-227q0-134-93-227t-227-93q-134 0-227 93t-93 227q0 134 93 227t227 93Zm0-320Z&quot;/&gt;&lt;/svg&gt;" id="2070" name="Google Shape;207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9125" y="3527350"/>
            <a:ext cx="198700" cy="19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1" name="Google Shape;2071;p24"/>
          <p:cNvSpPr txBox="1"/>
          <p:nvPr/>
        </p:nvSpPr>
        <p:spPr>
          <a:xfrm>
            <a:off x="4578325" y="3413225"/>
            <a:ext cx="4142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Целевая аудитория:</a:t>
            </a: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частные арендодатели с 1–5 квартирами и их арендаторы — люди, которые сейчас управляют всем вручную.</a:t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5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p25"/>
          <p:cNvSpPr txBox="1"/>
          <p:nvPr>
            <p:ph type="title"/>
          </p:nvPr>
        </p:nvSpPr>
        <p:spPr>
          <a:xfrm>
            <a:off x="603300" y="399275"/>
            <a:ext cx="793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Сегмент, сценарий, ценность и первая победа</a:t>
            </a:r>
            <a:endParaRPr sz="2900"/>
          </a:p>
        </p:txBody>
      </p:sp>
      <p:sp>
        <p:nvSpPr>
          <p:cNvPr id="2077" name="Google Shape;2077;p25"/>
          <p:cNvSpPr txBox="1"/>
          <p:nvPr>
            <p:ph idx="1" type="subTitle"/>
          </p:nvPr>
        </p:nvSpPr>
        <p:spPr>
          <a:xfrm>
            <a:off x="2067950" y="1520625"/>
            <a:ext cx="2326200" cy="10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Частные арендодатели с 1–5 квартирами, которые сами ведут коммуникацию с жильцами без управляющей компании.</a:t>
            </a:r>
            <a:endParaRPr sz="1300"/>
          </a:p>
        </p:txBody>
      </p:sp>
      <p:sp>
        <p:nvSpPr>
          <p:cNvPr id="2078" name="Google Shape;2078;p25"/>
          <p:cNvSpPr txBox="1"/>
          <p:nvPr>
            <p:ph idx="3" type="subTitle"/>
          </p:nvPr>
        </p:nvSpPr>
        <p:spPr>
          <a:xfrm>
            <a:off x="2067963" y="1128225"/>
            <a:ext cx="2326200" cy="3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Основной сегмент</a:t>
            </a:r>
            <a:endParaRPr sz="1800"/>
          </a:p>
        </p:txBody>
      </p:sp>
      <p:pic>
        <p:nvPicPr>
          <p:cNvPr id="2079" name="Google Shape;207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575" y="1128225"/>
            <a:ext cx="1414800" cy="14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0" name="Google Shape;2080;p25"/>
          <p:cNvSpPr txBox="1"/>
          <p:nvPr>
            <p:ph idx="1" type="subTitle"/>
          </p:nvPr>
        </p:nvSpPr>
        <p:spPr>
          <a:xfrm>
            <a:off x="6261200" y="1520625"/>
            <a:ext cx="2326200" cy="10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Частные арендодатели с 1–5 квартирами, которые сами ведут коммуникацию с жильцами без управляющей компании.</a:t>
            </a:r>
            <a:endParaRPr sz="1300"/>
          </a:p>
        </p:txBody>
      </p:sp>
      <p:sp>
        <p:nvSpPr>
          <p:cNvPr id="2081" name="Google Shape;2081;p25"/>
          <p:cNvSpPr txBox="1"/>
          <p:nvPr>
            <p:ph idx="3" type="subTitle"/>
          </p:nvPr>
        </p:nvSpPr>
        <p:spPr>
          <a:xfrm>
            <a:off x="6261213" y="1128225"/>
            <a:ext cx="2326200" cy="3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Вторичный сегмнет</a:t>
            </a:r>
            <a:endParaRPr sz="1800"/>
          </a:p>
        </p:txBody>
      </p:sp>
      <p:pic>
        <p:nvPicPr>
          <p:cNvPr id="2082" name="Google Shape;208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9837" y="1128225"/>
            <a:ext cx="1414800" cy="14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3" name="Google Shape;2083;p25"/>
          <p:cNvSpPr txBox="1"/>
          <p:nvPr/>
        </p:nvSpPr>
        <p:spPr>
          <a:xfrm>
            <a:off x="556500" y="2765375"/>
            <a:ext cx="80310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Сценарий: </a:t>
            </a:r>
            <a:r>
              <a:rPr lang="en" sz="13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сообщения в мессенджерах теряются, сроки оплаты забываются, договоры хранятся отдельно, координация мастеров — всё это постоянные боли в течение аренды.</a:t>
            </a:r>
            <a:endParaRPr sz="13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Ценность:</a:t>
            </a:r>
            <a:r>
              <a:rPr lang="en" sz="13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Все ключевые процессы аренды квартиры — общение, заявки, платежи и документы — собраны в одном приложении.</a:t>
            </a:r>
            <a:endParaRPr sz="13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084" name="Google Shape;2084;p25"/>
          <p:cNvSpPr/>
          <p:nvPr/>
        </p:nvSpPr>
        <p:spPr>
          <a:xfrm>
            <a:off x="1391450" y="3878675"/>
            <a:ext cx="7196100" cy="9402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085" name="Google Shape;2085;p25"/>
          <p:cNvSpPr txBox="1"/>
          <p:nvPr/>
        </p:nvSpPr>
        <p:spPr>
          <a:xfrm>
            <a:off x="1920050" y="3933125"/>
            <a:ext cx="6541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Arimo"/>
                <a:ea typeface="Arimo"/>
                <a:cs typeface="Arimo"/>
                <a:sym typeface="Arimo"/>
              </a:rPr>
              <a:t>Первая победа:</a:t>
            </a:r>
            <a:r>
              <a:rPr lang="en">
                <a:solidFill>
                  <a:schemeClr val="accent2"/>
                </a:solidFill>
                <a:latin typeface="Arimo"/>
                <a:ea typeface="Arimo"/>
                <a:cs typeface="Arimo"/>
                <a:sym typeface="Arimo"/>
              </a:rPr>
              <a:t> в первой сессии пользователь создаёт объект аренды, добавляет арендатора и видит, что теперь у него есть: единый чат, карточка заявки, статус оплаты, доступ к документам.</a:t>
            </a:r>
            <a:endParaRPr>
              <a:solidFill>
                <a:schemeClr val="accen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FFFFFF&quot;&gt;&lt;path d=&quot;M280-120v-80h160v-124q-49-11-87.5-41.5T296-442q-75-9-125.5-65.5T120-640v-40q0-33 23.5-56.5T200-760h80v-80h400v80h80q33 0 56.5 23.5T840-680v40q0 76-50.5 132.5T664-442q-18 46-56.5 76.5T520-324v124h160v80H280Zm0-408v-152h-80v40q0 38 22 68.5t58 43.5Zm285 93q35-35 35-85v-240H360v240q0 50 35 85t85 35q50 0 85-35Zm115-93q36-13 58-43.5t22-68.5v-40h-80v152Zm-200-52Z&quot;/&gt;&lt;/svg&gt;" id="2086" name="Google Shape;208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85750" y="4020425"/>
            <a:ext cx="238125" cy="23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0" name="Shape 2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Google Shape;2091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Критические рыночные гипотезы</a:t>
            </a:r>
            <a:endParaRPr/>
          </a:p>
        </p:txBody>
      </p:sp>
      <p:sp>
        <p:nvSpPr>
          <p:cNvPr id="2092" name="Google Shape;2092;p26"/>
          <p:cNvSpPr txBox="1"/>
          <p:nvPr>
            <p:ph idx="1" type="body"/>
          </p:nvPr>
        </p:nvSpPr>
        <p:spPr>
          <a:xfrm>
            <a:off x="574125" y="1374625"/>
            <a:ext cx="3987300" cy="31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Гипотеза 1:</a:t>
            </a:r>
            <a:r>
              <a:rPr lang="en" sz="1500"/>
              <a:t> частные арендодатели действительно страдают от разрозненной коммуникации; </a:t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/>
              <a:t>Гипотеза 2:</a:t>
            </a:r>
            <a:r>
              <a:rPr lang="en" sz="1500"/>
              <a:t> </a:t>
            </a:r>
            <a:r>
              <a:rPr lang="en" sz="1500"/>
              <a:t>“чат + заявки + оплата + документы” воспринимается как полезное единое решение; </a:t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/>
              <a:t>Гипотеза 3:</a:t>
            </a:r>
            <a:r>
              <a:rPr lang="en" sz="1500"/>
              <a:t> </a:t>
            </a:r>
            <a:r>
              <a:rPr lang="en" sz="1500"/>
              <a:t>проще всего привлечь пользователей через прямой контакт и тематические сообщества; </a:t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1500"/>
              <a:t>Гипотеза 4:</a:t>
            </a:r>
            <a:r>
              <a:rPr lang="en" sz="1500"/>
              <a:t> </a:t>
            </a:r>
            <a:r>
              <a:rPr lang="en" sz="1500"/>
              <a:t>главный барьер — недоверие и привычка работать вручную.</a:t>
            </a:r>
            <a:endParaRPr sz="1500"/>
          </a:p>
        </p:txBody>
      </p:sp>
      <p:pic>
        <p:nvPicPr>
          <p:cNvPr id="2093" name="Google Shape;2093;p26" title="Shutterstock_1336281764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4947" l="0" r="0" t="4947"/>
          <a:stretch/>
        </p:blipFill>
        <p:spPr>
          <a:xfrm>
            <a:off x="4976975" y="1374425"/>
            <a:ext cx="3232800" cy="2913000"/>
          </a:xfrm>
          <a:prstGeom prst="round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7" name="Shape 2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8" name="Google Shape;2098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ТОП-3 гипотезы риска</a:t>
            </a:r>
            <a:endParaRPr/>
          </a:p>
        </p:txBody>
      </p:sp>
      <p:sp>
        <p:nvSpPr>
          <p:cNvPr id="2099" name="Google Shape;2099;p27"/>
          <p:cNvSpPr txBox="1"/>
          <p:nvPr>
            <p:ph idx="4" type="subTitle"/>
          </p:nvPr>
        </p:nvSpPr>
        <p:spPr>
          <a:xfrm>
            <a:off x="817925" y="2709450"/>
            <a:ext cx="2279100" cy="39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Есть ли реальная боль у маленьких арендодателей.</a:t>
            </a:r>
            <a:endParaRPr/>
          </a:p>
        </p:txBody>
      </p:sp>
      <p:sp>
        <p:nvSpPr>
          <p:cNvPr id="2100" name="Google Shape;2100;p27"/>
          <p:cNvSpPr txBox="1"/>
          <p:nvPr>
            <p:ph idx="1" type="subTitle"/>
          </p:nvPr>
        </p:nvSpPr>
        <p:spPr>
          <a:xfrm>
            <a:off x="817925" y="3098801"/>
            <a:ext cx="2279100" cy="7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Если боли нет, продукт не нужен.</a:t>
            </a:r>
            <a:endParaRPr/>
          </a:p>
        </p:txBody>
      </p:sp>
      <p:sp>
        <p:nvSpPr>
          <p:cNvPr id="2101" name="Google Shape;2101;p27"/>
          <p:cNvSpPr txBox="1"/>
          <p:nvPr>
            <p:ph idx="2" type="subTitle"/>
          </p:nvPr>
        </p:nvSpPr>
        <p:spPr>
          <a:xfrm>
            <a:off x="3432450" y="3079925"/>
            <a:ext cx="24930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Если людям удобнее продолжать жить в Telegram/WhatsApp и Excel, ценность падает.</a:t>
            </a:r>
            <a:endParaRPr/>
          </a:p>
        </p:txBody>
      </p:sp>
      <p:sp>
        <p:nvSpPr>
          <p:cNvPr id="2102" name="Google Shape;2102;p27"/>
          <p:cNvSpPr txBox="1"/>
          <p:nvPr>
            <p:ph idx="3" type="subTitle"/>
          </p:nvPr>
        </p:nvSpPr>
        <p:spPr>
          <a:xfrm>
            <a:off x="6067800" y="3080850"/>
            <a:ext cx="22791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Если они не готовы оставить заявку / открыть демо / начать тест, значит упаковка слабая.</a:t>
            </a:r>
            <a:endParaRPr/>
          </a:p>
        </p:txBody>
      </p:sp>
      <p:sp>
        <p:nvSpPr>
          <p:cNvPr id="2103" name="Google Shape;2103;p27"/>
          <p:cNvSpPr txBox="1"/>
          <p:nvPr>
            <p:ph idx="5" type="subTitle"/>
          </p:nvPr>
        </p:nvSpPr>
        <p:spPr>
          <a:xfrm>
            <a:off x="6067800" y="2709450"/>
            <a:ext cx="25515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Смогут ли пользователи дойти до первого действия.</a:t>
            </a:r>
            <a:endParaRPr/>
          </a:p>
        </p:txBody>
      </p:sp>
      <p:sp>
        <p:nvSpPr>
          <p:cNvPr id="2104" name="Google Shape;2104;p27"/>
          <p:cNvSpPr txBox="1"/>
          <p:nvPr>
            <p:ph idx="6" type="subTitle"/>
          </p:nvPr>
        </p:nvSpPr>
        <p:spPr>
          <a:xfrm>
            <a:off x="3432450" y="2709450"/>
            <a:ext cx="22791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Понравится ли формат “всё в одном месте”.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8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" name="Google Shape;2109;p28"/>
          <p:cNvSpPr txBox="1"/>
          <p:nvPr>
            <p:ph type="title"/>
          </p:nvPr>
        </p:nvSpPr>
        <p:spPr>
          <a:xfrm>
            <a:off x="3622800" y="287450"/>
            <a:ext cx="5347200" cy="101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Минимальный бизнес прототип </a:t>
            </a:r>
            <a:endParaRPr sz="2800"/>
          </a:p>
        </p:txBody>
      </p:sp>
      <p:pic>
        <p:nvPicPr>
          <p:cNvPr id="2110" name="Google Shape;2110;p28" title="Frame 42731995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50" y="152400"/>
            <a:ext cx="3223620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2111" name="Google Shape;2111;p28"/>
          <p:cNvSpPr txBox="1"/>
          <p:nvPr/>
        </p:nvSpPr>
        <p:spPr>
          <a:xfrm>
            <a:off x="3759500" y="930500"/>
            <a:ext cx="478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Формат</a:t>
            </a:r>
            <a:r>
              <a:rPr b="1"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:</a:t>
            </a: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кликабельный прототип + сценарий демо. </a:t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12" name="Google Shape;2112;p28"/>
          <p:cNvSpPr/>
          <p:nvPr/>
        </p:nvSpPr>
        <p:spPr>
          <a:xfrm>
            <a:off x="3702825" y="1402725"/>
            <a:ext cx="1311600" cy="2287200"/>
          </a:xfrm>
          <a:prstGeom prst="roundRect">
            <a:avLst>
              <a:gd fmla="val 16667" name="adj"/>
            </a:avLst>
          </a:prstGeom>
          <a:solidFill>
            <a:srgbClr val="E0B4A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13" name="Google Shape;2113;p28"/>
          <p:cNvSpPr/>
          <p:nvPr/>
        </p:nvSpPr>
        <p:spPr>
          <a:xfrm>
            <a:off x="5148400" y="1428150"/>
            <a:ext cx="1725600" cy="228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14" name="Google Shape;2114;p28"/>
          <p:cNvSpPr/>
          <p:nvPr/>
        </p:nvSpPr>
        <p:spPr>
          <a:xfrm>
            <a:off x="7007975" y="1428150"/>
            <a:ext cx="1961700" cy="22872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Какие данные собираем</a:t>
            </a:r>
            <a:endParaRPr b="1"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Роль (арендодатель / арендатор), число объектов, текущие способы коммуникации, основные боли, готовность тестировать, контакт для связи.</a:t>
            </a:r>
            <a:endParaRPr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15" name="Google Shape;2115;p28"/>
          <p:cNvSpPr txBox="1"/>
          <p:nvPr/>
        </p:nvSpPr>
        <p:spPr>
          <a:xfrm>
            <a:off x="3748425" y="1504400"/>
            <a:ext cx="1266000" cy="19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Что показывает МБП</a:t>
            </a:r>
            <a:endParaRPr b="1"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Чат, заявка на ремонт, статус оплаты, доступ к договору — всё в одном экране.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16" name="Google Shape;2116;p28"/>
          <p:cNvSpPr txBox="1"/>
          <p:nvPr/>
        </p:nvSpPr>
        <p:spPr>
          <a:xfrm>
            <a:off x="5204675" y="1467150"/>
            <a:ext cx="1644300" cy="22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Целевое действие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Не обязательно фиксация оплаты — более реалистично: оставить заявку на пилот, записаться на интервью или оставить контакт для теста.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117" name="Google Shape;2117;p28"/>
          <p:cNvSpPr txBox="1"/>
          <p:nvPr/>
        </p:nvSpPr>
        <p:spPr>
          <a:xfrm>
            <a:off x="3702825" y="4051150"/>
            <a:ext cx="4530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KPI МБП:</a:t>
            </a: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пользователь должен пройти сценарий — создать объект или заявку — чтобы считать активацию успешной.</a:t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1" name="Shape 2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" name="Google Shape;2122;p29"/>
          <p:cNvSpPr txBox="1"/>
          <p:nvPr>
            <p:ph type="title"/>
          </p:nvPr>
        </p:nvSpPr>
        <p:spPr>
          <a:xfrm>
            <a:off x="437700" y="219325"/>
            <a:ext cx="799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Сообщение и позиционирование</a:t>
            </a:r>
            <a:endParaRPr/>
          </a:p>
        </p:txBody>
      </p:sp>
      <p:sp>
        <p:nvSpPr>
          <p:cNvPr id="2123" name="Google Shape;2123;p29"/>
          <p:cNvSpPr txBox="1"/>
          <p:nvPr/>
        </p:nvSpPr>
        <p:spPr>
          <a:xfrm>
            <a:off x="437700" y="792025"/>
            <a:ext cx="834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Управляйте арендой квартиры в одном приложении: чат, заявки, оплата и документы без хаоса.</a:t>
            </a:r>
            <a:endParaRPr b="1"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24" name="Google Shape;2124;p29"/>
          <p:cNvSpPr txBox="1"/>
          <p:nvPr>
            <p:ph idx="1" type="subTitle"/>
          </p:nvPr>
        </p:nvSpPr>
        <p:spPr>
          <a:xfrm>
            <a:off x="500225" y="1667025"/>
            <a:ext cx="2676300" cy="8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Все обращения переводятся в карточки заявок — история и статус всегда под рукой.</a:t>
            </a:r>
            <a:endParaRPr sz="1300"/>
          </a:p>
        </p:txBody>
      </p:sp>
      <p:sp>
        <p:nvSpPr>
          <p:cNvPr id="2125" name="Google Shape;2125;p29"/>
          <p:cNvSpPr txBox="1"/>
          <p:nvPr>
            <p:ph idx="3" type="subTitle"/>
          </p:nvPr>
        </p:nvSpPr>
        <p:spPr>
          <a:xfrm>
            <a:off x="850388" y="1274625"/>
            <a:ext cx="2326200" cy="3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Заявки не теряются</a:t>
            </a:r>
            <a:endParaRPr sz="1800"/>
          </a:p>
        </p:txBody>
      </p:sp>
      <p:sp>
        <p:nvSpPr>
          <p:cNvPr id="2126" name="Google Shape;2126;p29"/>
          <p:cNvSpPr txBox="1"/>
          <p:nvPr>
            <p:ph idx="1" type="subTitle"/>
          </p:nvPr>
        </p:nvSpPr>
        <p:spPr>
          <a:xfrm>
            <a:off x="3271925" y="1667025"/>
            <a:ext cx="2676300" cy="8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Сроки оплаты и статусы платежей видно в интерфейсе, не нужно помнить и искать квитанции.</a:t>
            </a:r>
            <a:endParaRPr sz="1300"/>
          </a:p>
        </p:txBody>
      </p:sp>
      <p:sp>
        <p:nvSpPr>
          <p:cNvPr id="2127" name="Google Shape;2127;p29"/>
          <p:cNvSpPr txBox="1"/>
          <p:nvPr>
            <p:ph idx="3" type="subTitle"/>
          </p:nvPr>
        </p:nvSpPr>
        <p:spPr>
          <a:xfrm>
            <a:off x="3622075" y="1274625"/>
            <a:ext cx="2326200" cy="3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Контроль оплат</a:t>
            </a:r>
            <a:endParaRPr sz="1800"/>
          </a:p>
        </p:txBody>
      </p:sp>
      <p:sp>
        <p:nvSpPr>
          <p:cNvPr id="2128" name="Google Shape;2128;p29"/>
          <p:cNvSpPr txBox="1"/>
          <p:nvPr>
            <p:ph idx="1" type="subTitle"/>
          </p:nvPr>
        </p:nvSpPr>
        <p:spPr>
          <a:xfrm>
            <a:off x="6043550" y="1720350"/>
            <a:ext cx="2676300" cy="8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Договоры и важные файлы хранятся рядом с перепиской и заявками — всё в контексте.</a:t>
            </a:r>
            <a:endParaRPr sz="1300"/>
          </a:p>
        </p:txBody>
      </p:sp>
      <p:sp>
        <p:nvSpPr>
          <p:cNvPr id="2129" name="Google Shape;2129;p29"/>
          <p:cNvSpPr txBox="1"/>
          <p:nvPr>
            <p:ph idx="3" type="subTitle"/>
          </p:nvPr>
        </p:nvSpPr>
        <p:spPr>
          <a:xfrm>
            <a:off x="6393713" y="1327950"/>
            <a:ext cx="2326200" cy="3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Документы рядом</a:t>
            </a:r>
            <a:endParaRPr sz="1800"/>
          </a:p>
        </p:txBody>
      </p:sp>
      <p:pic>
        <p:nvPicPr>
          <p:cNvPr descr="&lt;svg xmlns=&quot;http://www.w3.org/2000/svg&quot; height=&quot;24px&quot; viewBox=&quot;0 -960 960 960&quot; width=&quot;24px&quot; fill=&quot;#1c343c&quot;&gt;&lt;path d=&quot;M200-120q-33 0-56.5-23.5T120-200v-560q0-33 23.5-56.5T200-840h167q11-35 43-57.5t70-22.5q40 0 71.5 22.5T594-840h166q33 0 56.5 23.5T840-760v560q0 33-23.5 56.5T760-120H200Zm0-80h560v-560h-80v120H280v-120h-80v560Zm308.5-571.5Q520-783 520-800t-11.5-28.5Q497-840 480-840t-28.5 11.5Q440-817 440-800t11.5 28.5Q463-760 480-760t28.5-11.5Z&quot;/&gt;&lt;/svg&gt;" id="2130" name="Google Shape;213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750" y="1400325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1c343c&quot;&gt;&lt;path d=&quot;M240-160q-66 0-113-47T80-320v-320q0-66 47-113t113-47h480q66 0 113 47t47 113v320q0 66-47 113t-113 47H240Zm0-480h480q22 0 42 5t38 16v-21q0-33-23.5-56.5T720-720H240q-33 0-56.5 23.5T160-640v21q18-11 38-16t42-5Zm-74 130 445 108q9 2 18 0t17-8l139-116q-11-15-28-24.5t-37-9.5H240q-26 0-45.5 13.5T166-510Z&quot;/&gt;&lt;/svg&gt;" id="2131" name="Google Shape;213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3950" y="1405088"/>
            <a:ext cx="2381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1c343c&quot;&gt;&lt;path d=&quot;M240-80q-33 0-56.5-23.5T160-160v-640q0-33 23.5-56.5T240-880h320l240 240v480q0 33-23.5 56.5T720-80H240Zm280-520v-200H240v640h480v-440H520ZM240-800v200-200 640-640Z&quot;/&gt;&lt;/svg&gt;" id="2132" name="Google Shape;2132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5625" y="1405088"/>
            <a:ext cx="23812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33" name="Google Shape;2133;p29"/>
          <p:cNvSpPr txBox="1"/>
          <p:nvPr/>
        </p:nvSpPr>
        <p:spPr>
          <a:xfrm>
            <a:off x="437700" y="2585250"/>
            <a:ext cx="8102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Отличие от альтернатив: </a:t>
            </a: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не просто чат и не просто таблица — единая среда, где все ключевые процессы связаны друг с другом.  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34" name="Google Shape;2134;p29"/>
          <p:cNvSpPr/>
          <p:nvPr/>
        </p:nvSpPr>
        <p:spPr>
          <a:xfrm>
            <a:off x="4994450" y="3257825"/>
            <a:ext cx="3788100" cy="1582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35" name="Google Shape;2135;p29"/>
          <p:cNvSpPr/>
          <p:nvPr/>
        </p:nvSpPr>
        <p:spPr>
          <a:xfrm>
            <a:off x="1059800" y="3257825"/>
            <a:ext cx="3788100" cy="1582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36" name="Google Shape;2136;p29"/>
          <p:cNvSpPr txBox="1"/>
          <p:nvPr/>
        </p:nvSpPr>
        <p:spPr>
          <a:xfrm>
            <a:off x="1127000" y="3654325"/>
            <a:ext cx="3635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Версия A — порядок и контроль</a:t>
            </a:r>
            <a:endParaRPr b="1" i="1"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Заголовок</a:t>
            </a:r>
            <a:r>
              <a:rPr i="1"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:</a:t>
            </a: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Аренда квартиры в одном месте — без потерь в чатах и таблицах. </a:t>
            </a:r>
            <a:r>
              <a:rPr lang="en" sz="12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Акценты: </a:t>
            </a: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контроль заявок, документы под рукой, унификация переписки и учёта.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37" name="Google Shape;2137;p29"/>
          <p:cNvSpPr txBox="1"/>
          <p:nvPr/>
        </p:nvSpPr>
        <p:spPr>
          <a:xfrm>
            <a:off x="5094500" y="3654325"/>
            <a:ext cx="3588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Версия B — скорость и удобство</a:t>
            </a:r>
            <a:endParaRPr b="1" i="1"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Заголовок:</a:t>
            </a: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Быстрее решайте вопросы аренды: чат, заявки и оплата в одном приложении. </a:t>
            </a:r>
            <a:r>
              <a:rPr lang="en" sz="12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Акценты:</a:t>
            </a: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меньше ручной координации, удобство для арендодателя и жильца.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&lt;svg xmlns=&quot;http://www.w3.org/2000/svg&quot; height=&quot;40px&quot; viewBox=&quot;0 -960 960 960&quot; width=&quot;40px&quot; fill=&quot;#e0b4a4&quot;&gt;&lt;path d=&quot;M571-492.5q37.51-37.63 37.51-91t-37.62-90.88q-37.63-37.52-91-37.52-53.38 0-90.89 37.63t-37.51 91q0 53.37 37.62 90.88 37.63 37.52 91 37.52 53.38 0 90.89-37.63Zm-91 391.32q-138.36-38.44-219.18-155.67Q180-374.08 180-519.38v-227.18l300-112.31 300 112.31v227.18q0 145.3-80.82 262.53Q618.36-139.62 480-101.18Zm0-52.67q56.72-18.64 102.54-55.71 45.82-37.08 79.07-85.77-42.31-21.09-88.22-32.06-45.91-10.97-93.48-10.97-47.58 0-93.42 10.97-45.85 10.97-88.1 32.06 33.25 48.69 79.07 85.77 45.82 37.07 102.54 55.71Z&quot;/&gt;&lt;/svg&gt;" id="2138" name="Google Shape;2138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07725" y="3318350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40px&quot; viewBox=&quot;0 -960 960 960&quot; width=&quot;40px&quot; fill=&quot;#4c6a78&quot;&gt;&lt;path d=&quot;m343.08-102.31 40-277.69h-185l329.61-475.77h49.23L537.31-540H757.3L392.31-102.31h-49.23Z&quot;/&gt;&lt;/svg&gt;" id="2139" name="Google Shape;2139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48350" y="3318350"/>
            <a:ext cx="400050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3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p30"/>
          <p:cNvSpPr/>
          <p:nvPr/>
        </p:nvSpPr>
        <p:spPr>
          <a:xfrm>
            <a:off x="890725" y="836100"/>
            <a:ext cx="1464000" cy="1061400"/>
          </a:xfrm>
          <a:prstGeom prst="rect">
            <a:avLst/>
          </a:prstGeom>
          <a:solidFill>
            <a:srgbClr val="F0EB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45" name="Google Shape;2145;p30"/>
          <p:cNvSpPr txBox="1"/>
          <p:nvPr>
            <p:ph type="title"/>
          </p:nvPr>
        </p:nvSpPr>
        <p:spPr>
          <a:xfrm>
            <a:off x="927150" y="226075"/>
            <a:ext cx="7289700" cy="6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Каналы и скрипт первого контакта</a:t>
            </a:r>
            <a:endParaRPr sz="3200"/>
          </a:p>
        </p:txBody>
      </p:sp>
      <p:sp>
        <p:nvSpPr>
          <p:cNvPr id="2146" name="Google Shape;2146;p30"/>
          <p:cNvSpPr txBox="1"/>
          <p:nvPr>
            <p:ph idx="1" type="subTitle"/>
          </p:nvPr>
        </p:nvSpPr>
        <p:spPr>
          <a:xfrm>
            <a:off x="1055425" y="1490125"/>
            <a:ext cx="2055600" cy="24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/>
              <a:t>Почему доступен:</a:t>
            </a:r>
            <a:endParaRPr b="1" sz="10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самый быстрый способ найти первых интервьюируемых и тестеров.</a:t>
            </a:r>
            <a:endParaRPr sz="10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/>
              <a:t>Как доставляем сообщение:</a:t>
            </a:r>
            <a:endParaRPr b="1" sz="10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личное сообщение, звонок, короткая переписка.</a:t>
            </a:r>
            <a:endParaRPr sz="10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/>
              <a:t>Первый шаг:</a:t>
            </a:r>
            <a:endParaRPr b="1" sz="10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“Посмотри прототип и скажи, насколько это похоже на твою реальную проблему”.</a:t>
            </a:r>
            <a:endParaRPr sz="1050"/>
          </a:p>
        </p:txBody>
      </p:sp>
      <p:sp>
        <p:nvSpPr>
          <p:cNvPr id="2147" name="Google Shape;2147;p30"/>
          <p:cNvSpPr txBox="1"/>
          <p:nvPr>
            <p:ph idx="4" type="subTitle"/>
          </p:nvPr>
        </p:nvSpPr>
        <p:spPr>
          <a:xfrm>
            <a:off x="1055425" y="1097725"/>
            <a:ext cx="2055600" cy="39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Личные контакты</a:t>
            </a:r>
            <a:endParaRPr b="1" sz="1600"/>
          </a:p>
        </p:txBody>
      </p:sp>
      <p:sp>
        <p:nvSpPr>
          <p:cNvPr id="2148" name="Google Shape;2148;p30"/>
          <p:cNvSpPr txBox="1"/>
          <p:nvPr>
            <p:ph idx="1" type="subTitle"/>
          </p:nvPr>
        </p:nvSpPr>
        <p:spPr>
          <a:xfrm>
            <a:off x="6508775" y="1708400"/>
            <a:ext cx="2055600" cy="22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/>
              <a:t>Почему доступен:</a:t>
            </a:r>
            <a:endParaRPr b="1" sz="10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простая точечная публикация в тематических сообществах.</a:t>
            </a:r>
            <a:endParaRPr sz="10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/>
              <a:t>Как доставляем сообщение:</a:t>
            </a:r>
            <a:endParaRPr b="1" sz="10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пост или личные сообщения по участникам сообщества.</a:t>
            </a:r>
            <a:endParaRPr sz="10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/>
              <a:t>Первый шаг:</a:t>
            </a:r>
            <a:endParaRPr b="1" sz="10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“Запишитесь на 5-минутный тест прототипа”.</a:t>
            </a:r>
            <a:endParaRPr sz="1050"/>
          </a:p>
        </p:txBody>
      </p:sp>
      <p:sp>
        <p:nvSpPr>
          <p:cNvPr id="2149" name="Google Shape;2149;p30"/>
          <p:cNvSpPr txBox="1"/>
          <p:nvPr>
            <p:ph idx="4" type="subTitle"/>
          </p:nvPr>
        </p:nvSpPr>
        <p:spPr>
          <a:xfrm>
            <a:off x="6508775" y="1097725"/>
            <a:ext cx="2055600" cy="61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VK / локальные группы</a:t>
            </a:r>
            <a:endParaRPr b="1" sz="1600"/>
          </a:p>
        </p:txBody>
      </p:sp>
      <p:pic>
        <p:nvPicPr>
          <p:cNvPr id="2150" name="Google Shape;215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8675" y="1183525"/>
            <a:ext cx="439200" cy="43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1" name="Google Shape;2151;p30"/>
          <p:cNvSpPr txBox="1"/>
          <p:nvPr>
            <p:ph idx="1" type="subTitle"/>
          </p:nvPr>
        </p:nvSpPr>
        <p:spPr>
          <a:xfrm>
            <a:off x="3812600" y="1708400"/>
            <a:ext cx="2135100" cy="20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/>
              <a:t>Почему доступен:</a:t>
            </a:r>
            <a:endParaRPr b="1" sz="10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там можно найти арендодателей, риэлторов, людей, которые сдают квартиры.</a:t>
            </a:r>
            <a:endParaRPr sz="10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/>
              <a:t>Как доставляем сообщение:</a:t>
            </a:r>
            <a:endParaRPr b="1" sz="10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пост с коротким описанием боли + ссылка на прототип или форму.</a:t>
            </a:r>
            <a:endParaRPr sz="10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/>
              <a:t>Первый шаг:</a:t>
            </a:r>
            <a:endParaRPr b="1" sz="10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“Оставьте контакт, если хотите посмотреть демо”.</a:t>
            </a:r>
            <a:endParaRPr sz="1050"/>
          </a:p>
        </p:txBody>
      </p:sp>
      <p:sp>
        <p:nvSpPr>
          <p:cNvPr id="2152" name="Google Shape;2152;p30"/>
          <p:cNvSpPr txBox="1"/>
          <p:nvPr>
            <p:ph idx="4" type="subTitle"/>
          </p:nvPr>
        </p:nvSpPr>
        <p:spPr>
          <a:xfrm>
            <a:off x="3812600" y="1097725"/>
            <a:ext cx="2055600" cy="61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Telegram-чаты и сообщества</a:t>
            </a:r>
            <a:endParaRPr b="1" sz="1600"/>
          </a:p>
        </p:txBody>
      </p:sp>
      <p:pic>
        <p:nvPicPr>
          <p:cNvPr id="2153" name="Google Shape;215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3400" y="1183525"/>
            <a:ext cx="439200" cy="43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4" name="Google Shape;2154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9625" y="1183525"/>
            <a:ext cx="439200" cy="43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5" name="Google Shape;2155;p30"/>
          <p:cNvSpPr/>
          <p:nvPr/>
        </p:nvSpPr>
        <p:spPr>
          <a:xfrm>
            <a:off x="486500" y="3959325"/>
            <a:ext cx="6563700" cy="10248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56" name="Google Shape;2156;p30"/>
          <p:cNvSpPr txBox="1"/>
          <p:nvPr/>
        </p:nvSpPr>
        <p:spPr>
          <a:xfrm>
            <a:off x="626800" y="4038225"/>
            <a:ext cx="60696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2"/>
                </a:solidFill>
                <a:latin typeface="Arimo"/>
                <a:ea typeface="Arimo"/>
                <a:cs typeface="Arimo"/>
                <a:sym typeface="Arimo"/>
              </a:rPr>
              <a:t>CTA:</a:t>
            </a:r>
            <a:r>
              <a:rPr lang="en" sz="1200">
                <a:solidFill>
                  <a:schemeClr val="accent2"/>
                </a:solidFill>
                <a:latin typeface="Arimo"/>
                <a:ea typeface="Arimo"/>
                <a:cs typeface="Arimo"/>
                <a:sym typeface="Arimo"/>
              </a:rPr>
              <a:t> посмотреть прототип / оставить заявку на пилот / пройти короткое интервью.</a:t>
            </a:r>
            <a:endParaRPr sz="1200">
              <a:solidFill>
                <a:schemeClr val="accent2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2"/>
                </a:solidFill>
                <a:latin typeface="Arimo"/>
                <a:ea typeface="Arimo"/>
                <a:cs typeface="Arimo"/>
                <a:sym typeface="Arimo"/>
              </a:rPr>
              <a:t>Кому пишем:</a:t>
            </a:r>
            <a:r>
              <a:rPr lang="en" sz="1200">
                <a:solidFill>
                  <a:schemeClr val="accent2"/>
                </a:solidFill>
                <a:latin typeface="Arimo"/>
                <a:ea typeface="Arimo"/>
                <a:cs typeface="Arimo"/>
                <a:sym typeface="Arimo"/>
              </a:rPr>
              <a:t> частным арендодателям с небольшим количеством квартир и людям, которые регулярно сталкиваются с бытовыми вопросами аренды.</a:t>
            </a:r>
            <a:endParaRPr sz="1200">
              <a:solidFill>
                <a:schemeClr val="accent2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0" name="Shape 2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1" name="Google Shape;2161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lang="en" sz="2960"/>
              <a:t>Воронка привлечения и ключевые метрики</a:t>
            </a:r>
            <a:endParaRPr sz="2960"/>
          </a:p>
        </p:txBody>
      </p:sp>
      <p:sp>
        <p:nvSpPr>
          <p:cNvPr id="2162" name="Google Shape;2162;p31"/>
          <p:cNvSpPr txBox="1"/>
          <p:nvPr>
            <p:ph idx="4294967295" type="body"/>
          </p:nvPr>
        </p:nvSpPr>
        <p:spPr>
          <a:xfrm>
            <a:off x="723900" y="1017725"/>
            <a:ext cx="76962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SzPts val="1103"/>
              <a:buNone/>
            </a:pPr>
            <a:r>
              <a:rPr b="1" lang="en" sz="1220"/>
              <a:t>Воронка:</a:t>
            </a:r>
            <a:r>
              <a:rPr lang="en" sz="1220"/>
              <a:t> </a:t>
            </a:r>
            <a:r>
              <a:rPr lang="en" sz="1220"/>
              <a:t>Контакт/показ → Переход/интерес → Целевое действие (заявка/демо) → Активация (создал объект/заявку) → Согласие на пилот/возврат.  </a:t>
            </a:r>
            <a:endParaRPr sz="1220"/>
          </a:p>
        </p:txBody>
      </p:sp>
      <p:graphicFrame>
        <p:nvGraphicFramePr>
          <p:cNvPr id="2163" name="Google Shape;2163;p31"/>
          <p:cNvGraphicFramePr/>
          <p:nvPr/>
        </p:nvGraphicFramePr>
        <p:xfrm>
          <a:off x="720000" y="15732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{76B2FA55-E6E0-4A2E-8155-517207B7D831}</a:tableStyleId>
              </a:tblPr>
              <a:tblGrid>
                <a:gridCol w="1918425"/>
                <a:gridCol w="2174625"/>
                <a:gridCol w="3610925"/>
              </a:tblGrid>
              <a:tr h="318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sng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Шаг</a:t>
                      </a:r>
                      <a:endParaRPr b="1" sz="1000" u="sng" cap="none" strike="noStrike"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sng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Событие</a:t>
                      </a:r>
                      <a:endParaRPr b="1" sz="1000" u="sng"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sng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Метрика и целевое значение</a:t>
                      </a:r>
                      <a:endParaRPr b="1" sz="1000" u="sng" cap="none" strike="noStrike"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sng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Контакт / показ</a:t>
                      </a:r>
                      <a:endParaRPr b="1" sz="1000" u="sng" cap="none" strike="noStrike"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Сообщение отправлено или пост увиден</a:t>
                      </a:r>
                      <a:endParaRPr sz="1000"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Охват: </a:t>
                      </a:r>
                      <a:r>
                        <a:rPr b="1" lang="en" sz="1000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50–100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контактов в первой волне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sng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Переход / интерес</a:t>
                      </a:r>
                      <a:endParaRPr b="1" sz="1000" u="sng" cap="none" strike="noStrike"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Человек открыл ссылку или ответил</a:t>
                      </a:r>
                      <a:endParaRPr sz="1000"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CTR / ответы: </a:t>
                      </a:r>
                      <a:r>
                        <a:rPr b="1" lang="en" sz="1000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10–20%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от охвата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sng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Целевое действие</a:t>
                      </a:r>
                      <a:endParaRPr b="1" sz="1000" u="sng" cap="none" strike="noStrike"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Заполнил форму / записался на демо</a:t>
                      </a:r>
                      <a:endParaRPr sz="1000"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Число заявок: </a:t>
                      </a:r>
                      <a:r>
                        <a:rPr b="1" lang="en" sz="1000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5–15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заявок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sng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Активация</a:t>
                      </a:r>
                      <a:endParaRPr b="1" sz="1000" u="sng" cap="none" strike="noStrike"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Прошёл демо, создал объект или заявку в прототипе</a:t>
                      </a:r>
                      <a:endParaRPr sz="1000"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Завершение сценария: </a:t>
                      </a:r>
                      <a:r>
                        <a:rPr b="1" lang="en" sz="1000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3–8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активаций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sng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Следующий шаг</a:t>
                      </a:r>
                      <a:endParaRPr b="1" sz="1000" u="sng" cap="none" strike="noStrike"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Согласился на повторный контакт / пилот</a:t>
                      </a:r>
                      <a:endParaRPr sz="1000"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Согласия на пилот: </a:t>
                      </a:r>
                      <a:r>
                        <a:rPr b="1" lang="en" sz="1000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1–3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человека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sng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Повтор / Подтверждение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Вернулся на повторное демо, подтвердил интерес</a:t>
                      </a:r>
                      <a:endParaRPr sz="1000"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Повторная реакция: хотя бы</a:t>
                      </a:r>
                      <a:r>
                        <a:rPr b="1" lang="en" sz="1000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1–2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сильных подтверждения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64" name="Google Shape;2164;p31"/>
          <p:cNvSpPr txBox="1"/>
          <p:nvPr/>
        </p:nvSpPr>
        <p:spPr>
          <a:xfrm>
            <a:off x="1163600" y="4581525"/>
            <a:ext cx="12300" cy="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65" name="Google Shape;2165;p31"/>
          <p:cNvSpPr txBox="1"/>
          <p:nvPr/>
        </p:nvSpPr>
        <p:spPr>
          <a:xfrm>
            <a:off x="1070550" y="4294000"/>
            <a:ext cx="70029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Ключевые показатели:</a:t>
            </a: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охват, CTR/ответы, число заявок, завершение сценария, согласие на пилот — эти метрики определяют жизнеспособность гипотез.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9" name="Shape 2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" name="Google Shape;2170;p32"/>
          <p:cNvSpPr txBox="1"/>
          <p:nvPr>
            <p:ph type="title"/>
          </p:nvPr>
        </p:nvSpPr>
        <p:spPr>
          <a:xfrm>
            <a:off x="496050" y="1451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План экспериментов (1-2 недели)</a:t>
            </a:r>
            <a:endParaRPr sz="3200"/>
          </a:p>
        </p:txBody>
      </p:sp>
      <p:sp>
        <p:nvSpPr>
          <p:cNvPr id="2171" name="Google Shape;2171;p32"/>
          <p:cNvSpPr txBox="1"/>
          <p:nvPr>
            <p:ph idx="1" type="subTitle"/>
          </p:nvPr>
        </p:nvSpPr>
        <p:spPr>
          <a:xfrm>
            <a:off x="3808150" y="6088425"/>
            <a:ext cx="2867700" cy="5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2" name="Google Shape;2172;p32"/>
          <p:cNvSpPr/>
          <p:nvPr/>
        </p:nvSpPr>
        <p:spPr>
          <a:xfrm>
            <a:off x="1732825" y="1505363"/>
            <a:ext cx="411000" cy="41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73" name="Google Shape;2173;p32"/>
          <p:cNvSpPr/>
          <p:nvPr/>
        </p:nvSpPr>
        <p:spPr>
          <a:xfrm rot="10800000">
            <a:off x="675625" y="1710625"/>
            <a:ext cx="2525400" cy="21531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74" name="Google Shape;2174;p32"/>
          <p:cNvSpPr/>
          <p:nvPr/>
        </p:nvSpPr>
        <p:spPr>
          <a:xfrm>
            <a:off x="675625" y="1710625"/>
            <a:ext cx="2525400" cy="7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75" name="Google Shape;2175;p32"/>
          <p:cNvSpPr txBox="1"/>
          <p:nvPr/>
        </p:nvSpPr>
        <p:spPr>
          <a:xfrm>
            <a:off x="1774375" y="1505375"/>
            <a:ext cx="3279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1"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76" name="Google Shape;2176;p32"/>
          <p:cNvSpPr/>
          <p:nvPr/>
        </p:nvSpPr>
        <p:spPr>
          <a:xfrm>
            <a:off x="4447388" y="1505363"/>
            <a:ext cx="411000" cy="41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77" name="Google Shape;2177;p32"/>
          <p:cNvSpPr/>
          <p:nvPr/>
        </p:nvSpPr>
        <p:spPr>
          <a:xfrm rot="10800000">
            <a:off x="3390188" y="1710625"/>
            <a:ext cx="2525400" cy="21531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78" name="Google Shape;2178;p32"/>
          <p:cNvSpPr/>
          <p:nvPr/>
        </p:nvSpPr>
        <p:spPr>
          <a:xfrm>
            <a:off x="3390188" y="1710625"/>
            <a:ext cx="2525400" cy="7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79" name="Google Shape;2179;p32"/>
          <p:cNvSpPr txBox="1"/>
          <p:nvPr/>
        </p:nvSpPr>
        <p:spPr>
          <a:xfrm>
            <a:off x="4488938" y="1505375"/>
            <a:ext cx="3279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1"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80" name="Google Shape;2180;p32"/>
          <p:cNvSpPr/>
          <p:nvPr/>
        </p:nvSpPr>
        <p:spPr>
          <a:xfrm>
            <a:off x="7203500" y="1505363"/>
            <a:ext cx="411000" cy="41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81" name="Google Shape;2181;p32"/>
          <p:cNvSpPr/>
          <p:nvPr/>
        </p:nvSpPr>
        <p:spPr>
          <a:xfrm rot="10800000">
            <a:off x="6146300" y="1710625"/>
            <a:ext cx="2525400" cy="21531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82" name="Google Shape;2182;p32"/>
          <p:cNvSpPr/>
          <p:nvPr/>
        </p:nvSpPr>
        <p:spPr>
          <a:xfrm>
            <a:off x="6146300" y="1710625"/>
            <a:ext cx="2525400" cy="7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83" name="Google Shape;2183;p32"/>
          <p:cNvSpPr txBox="1"/>
          <p:nvPr/>
        </p:nvSpPr>
        <p:spPr>
          <a:xfrm>
            <a:off x="7245050" y="1505375"/>
            <a:ext cx="3279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1"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84" name="Google Shape;2184;p32"/>
          <p:cNvSpPr txBox="1"/>
          <p:nvPr/>
        </p:nvSpPr>
        <p:spPr>
          <a:xfrm>
            <a:off x="943950" y="867600"/>
            <a:ext cx="725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Цель: за 1–2 недели проверить ключевые гипотезы каналов, сообщений и CTA через короткие A/B‑тесты и сравнение каналов.  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85" name="Google Shape;2185;p32"/>
          <p:cNvSpPr txBox="1"/>
          <p:nvPr/>
        </p:nvSpPr>
        <p:spPr>
          <a:xfrm>
            <a:off x="806900" y="1863100"/>
            <a:ext cx="2352600" cy="19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Гипотеза A</a:t>
            </a:r>
            <a:endParaRPr b="1"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Текст: «порядок и контроль» (версия A) сработает лучше, чем «быстрота и удобство» (версия B). Как меряем: ответы, клики, заявки. Критерий успеха: больше переходов и заявок у версии A. Срок: 3–4 дня.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86" name="Google Shape;2186;p32"/>
          <p:cNvSpPr txBox="1"/>
          <p:nvPr/>
        </p:nvSpPr>
        <p:spPr>
          <a:xfrm>
            <a:off x="3511838" y="1916375"/>
            <a:ext cx="22821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Гипотеза B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Канал: личное сообщение даст больше откликов, чем пост в группе. Как меряем: число ответов и заявок; успех — выше conversion rate у личных сообщений. Срок: 4–5 дней.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87" name="Google Shape;2187;p32"/>
          <p:cNvSpPr txBox="1"/>
          <p:nvPr/>
        </p:nvSpPr>
        <p:spPr>
          <a:xfrm>
            <a:off x="6276025" y="1916375"/>
            <a:ext cx="2317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Гипотеза C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CTA: «посмотреть прототип» даёт больше откликов, чем «оставить заявку на продукт». Как меряем: клики и согласия на демо; успех — больше согласий на короткий просмотр. Срок: 3–4 дня.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88" name="Google Shape;2188;p32"/>
          <p:cNvSpPr txBox="1"/>
          <p:nvPr/>
        </p:nvSpPr>
        <p:spPr>
          <a:xfrm>
            <a:off x="2019250" y="4228850"/>
            <a:ext cx="624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План действий:</a:t>
            </a: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1) протестировать 2 формулировки сообщения; 2) сравнить личный контакт и пост в сообществе; 3) проверить эффективный CTA.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2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3" name="Google Shape;2193;p33"/>
          <p:cNvSpPr txBox="1"/>
          <p:nvPr>
            <p:ph type="title"/>
          </p:nvPr>
        </p:nvSpPr>
        <p:spPr>
          <a:xfrm>
            <a:off x="504900" y="420275"/>
            <a:ext cx="8134200" cy="639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60"/>
              <a:t>Итоговый пакет материалов для запуска пилота</a:t>
            </a:r>
            <a:endParaRPr sz="2860"/>
          </a:p>
        </p:txBody>
      </p:sp>
      <p:sp>
        <p:nvSpPr>
          <p:cNvPr id="2194" name="Google Shape;2194;p33"/>
          <p:cNvSpPr txBox="1"/>
          <p:nvPr>
            <p:ph idx="4294967295" type="subTitle"/>
          </p:nvPr>
        </p:nvSpPr>
        <p:spPr>
          <a:xfrm>
            <a:off x="1055425" y="1570925"/>
            <a:ext cx="2055600" cy="8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Хаос в мессенджерах, оплатах и документах; Единая платформа для управления арендой.</a:t>
            </a:r>
            <a:endParaRPr sz="1000"/>
          </a:p>
        </p:txBody>
      </p:sp>
      <p:sp>
        <p:nvSpPr>
          <p:cNvPr id="2195" name="Google Shape;2195;p33"/>
          <p:cNvSpPr txBox="1"/>
          <p:nvPr>
            <p:ph idx="4294967295" type="subTitle"/>
          </p:nvPr>
        </p:nvSpPr>
        <p:spPr>
          <a:xfrm>
            <a:off x="1055425" y="1097725"/>
            <a:ext cx="2055600" cy="4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Слайд 2 — Проблема и идея</a:t>
            </a:r>
            <a:endParaRPr b="1"/>
          </a:p>
        </p:txBody>
      </p:sp>
      <p:pic>
        <p:nvPicPr>
          <p:cNvPr descr="&lt;svg xmlns=&quot;http://www.w3.org/2000/svg&quot; height=&quot;40px&quot; viewBox=&quot;0 -960 960 960&quot; width=&quot;40px&quot; fill=&quot;#4c6a78&quot;&gt;&lt;path d=&quot;M490.23-361.18q60.8 0 103.88-38.9 43.09-38.89 43.09-94.84 0-48.16-30.59-82.14-30.58-33.99-75.3-33.99-38.54 0-66.1 25.06-27.57 25.07-27.57 60.99 0 15.62 6.32 30.49t18.12 27.66l37.56-35.2q-5.74-4.36-8.74-9.98-3-5.61-3-11.97 0-14.03 11.29-24.91 11.3-10.89 32.12-10.89 23.02 0 39.64 18.35 16.61 18.35 16.61 47.53 0 34.05-27.23 58.57-27.23 24.53-69.1 24.53-49.28 0-84.23-39.28t-34.95-97.75q0-29.82 11.53-57.38 11.52-27.56 33.11-49.15l-36.38-36q-28.23 27.87-43.87 64.53-15.64 36.67-15.64 77 0 78.03 49.12 132.85 49.13 54.82 120.31 54.82ZM260-100v-161.23q-57-52-88.5-119.19-31.5-67.2-31.5-139.96 0-141.54 99.23-240.58Q338.46-860 480-860q116.54 0 208.42 69.66 91.89 69.65 119.35 180.73l48.1 190.97q3.95 14.77-5.28 26.7-9.23 11.94-25 11.94H740v137.43q0 25.88-18.35 44.22Q703.31-180 677.43-180H580v80H260Z&quot;/&gt;&lt;/svg&gt;" id="2196" name="Google Shape;219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625" y="1170775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7" name="Google Shape;2197;p33"/>
          <p:cNvSpPr txBox="1"/>
          <p:nvPr>
            <p:ph idx="4294967295" type="subTitle"/>
          </p:nvPr>
        </p:nvSpPr>
        <p:spPr>
          <a:xfrm>
            <a:off x="3774600" y="1570925"/>
            <a:ext cx="2055600" cy="8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Частные арендодатели с 1–5 квартирами; первая победа — создать аренду и увидеть чат, заявку и статус оплаты.</a:t>
            </a:r>
            <a:endParaRPr sz="1000"/>
          </a:p>
        </p:txBody>
      </p:sp>
      <p:sp>
        <p:nvSpPr>
          <p:cNvPr id="2198" name="Google Shape;2198;p33"/>
          <p:cNvSpPr txBox="1"/>
          <p:nvPr>
            <p:ph idx="4294967295" type="subTitle"/>
          </p:nvPr>
        </p:nvSpPr>
        <p:spPr>
          <a:xfrm>
            <a:off x="3774600" y="1097725"/>
            <a:ext cx="2055600" cy="4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Слайд 3 — Сегмент и первая победа</a:t>
            </a:r>
            <a:endParaRPr b="1"/>
          </a:p>
        </p:txBody>
      </p:sp>
      <p:sp>
        <p:nvSpPr>
          <p:cNvPr id="2199" name="Google Shape;2199;p33"/>
          <p:cNvSpPr txBox="1"/>
          <p:nvPr>
            <p:ph idx="4294967295" type="subTitle"/>
          </p:nvPr>
        </p:nvSpPr>
        <p:spPr>
          <a:xfrm>
            <a:off x="6493775" y="1461200"/>
            <a:ext cx="2055600" cy="9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Кликабельный прототип, демонстрация чата, заявок, оплаты, документов; CTA: оставить контакт/записаться на тест.</a:t>
            </a:r>
            <a:endParaRPr sz="1000"/>
          </a:p>
        </p:txBody>
      </p:sp>
      <p:sp>
        <p:nvSpPr>
          <p:cNvPr id="2200" name="Google Shape;2200;p33"/>
          <p:cNvSpPr txBox="1"/>
          <p:nvPr>
            <p:ph idx="4294967295" type="subTitle"/>
          </p:nvPr>
        </p:nvSpPr>
        <p:spPr>
          <a:xfrm>
            <a:off x="6493775" y="1139300"/>
            <a:ext cx="2055600" cy="3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Слайд 6 — МБП</a:t>
            </a:r>
            <a:endParaRPr b="1"/>
          </a:p>
        </p:txBody>
      </p:sp>
      <p:pic>
        <p:nvPicPr>
          <p:cNvPr descr="&lt;svg xmlns=&quot;http://www.w3.org/2000/svg&quot; height=&quot;40px&quot; viewBox=&quot;0 -960 960 960&quot; width=&quot;40px&quot; fill=&quot;#4c6a78&quot;&gt;&lt;path d=&quot;M100-75.39v-50.25h760v50.25H100ZM180-180v-199.23q-36.74-79.31-53.06-139.45-16.32-60.14-16.32-117.09 0-52.59 13.36-109.99 13.35-57.39 38.59-119.39 6.76-16.03 19.02-25.23 12.26-9.21 27.79-9.21 20.26 0 31.8 14.12 11.54 14.11 10.59 38.39l-5.08 106.26q-3.28 48.41 14.49 93.23 17.77 44.82 50.24 79.28 32.48 34.46 76.12 54.98 43.64 20.51 92.46 20.51 71.56 0 126.92 10.37t93.44 30.3q38.97 20.69 59.31 52.92Q780-367 780-321.13V-180H385.9v-26.62q0-38.59 26.79-66.11 26.8-27.53 65.77-27.53h142.82v-50.25H478.46q-59.46 0-101.14 42.09t-41.68 101.8V-180H180Zm201.04-410.27Q340-631.31 340-689.23q0-57.92 41.04-98.96 41.04-41.04 98.96-41.04 57.92 0 98.96 41.04Q620-747.15 620-689.23q0 57.92-41.04 98.96-41.04 41.04-98.96 41.04-57.92 0-98.96-41.04Z&quot;/&gt;&lt;/svg&gt;" id="2201" name="Google Shape;220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3800" y="1170775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40px&quot; viewBox=&quot;0 -960 960 960&quot; width=&quot;40px&quot; fill=&quot;#4c6a78&quot;&gt;&lt;path d=&quot;m437-409.77 205.59-205-35.59-36-170 170-85-85-35.38 35.8L437-409.77Zm-381.61 259v-50.26h849.22v50.26H55.39Zm107.18-100q-25.85 0-44.21-18.36T100-313.33V-748.2q0-25.85 18.36-44.21t44.21-18.36h634.86q25.85 0 44.21 18.36T860-748.2v434.87q0 25.84-18.36 44.2-18.36 18.36-44.21 18.36H162.57Z&quot;/&gt;&lt;/svg&gt;" id="2202" name="Google Shape;2202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32975" y="1170775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3" name="Google Shape;2203;p33"/>
          <p:cNvSpPr/>
          <p:nvPr/>
        </p:nvSpPr>
        <p:spPr>
          <a:xfrm>
            <a:off x="594625" y="2739375"/>
            <a:ext cx="2494500" cy="1582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04" name="Google Shape;2204;p33"/>
          <p:cNvSpPr txBox="1"/>
          <p:nvPr/>
        </p:nvSpPr>
        <p:spPr>
          <a:xfrm>
            <a:off x="670825" y="2811125"/>
            <a:ext cx="22047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Слайды 4 — 5</a:t>
            </a:r>
            <a:endParaRPr b="1" i="1"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Критические рыночные гипотезы, гипотезы риска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05" name="Google Shape;2205;p33"/>
          <p:cNvSpPr/>
          <p:nvPr/>
        </p:nvSpPr>
        <p:spPr>
          <a:xfrm>
            <a:off x="3324750" y="2739375"/>
            <a:ext cx="2494500" cy="15825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06" name="Google Shape;2206;p33"/>
          <p:cNvSpPr txBox="1"/>
          <p:nvPr/>
        </p:nvSpPr>
        <p:spPr>
          <a:xfrm>
            <a:off x="3400950" y="2811125"/>
            <a:ext cx="2326500" cy="14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Слайды 7 — 8</a:t>
            </a:r>
            <a:endParaRPr b="1" i="1"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Сообщение A/B; каналы: личные контакты, Telegram, VK; скрипт первого сообщения; шаблоны постов и личных сообщений.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07" name="Google Shape;2207;p33"/>
          <p:cNvSpPr/>
          <p:nvPr/>
        </p:nvSpPr>
        <p:spPr>
          <a:xfrm>
            <a:off x="6054875" y="2739375"/>
            <a:ext cx="2494500" cy="1582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08" name="Google Shape;2208;p33"/>
          <p:cNvSpPr txBox="1"/>
          <p:nvPr/>
        </p:nvSpPr>
        <p:spPr>
          <a:xfrm>
            <a:off x="6131075" y="2811125"/>
            <a:ext cx="2326500" cy="12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Слайды 9 — 10</a:t>
            </a:r>
            <a:endParaRPr b="1" i="1"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Ссылки на прототип, форма обратной связи, чеклист интервью, шаблоны сообщений, сценарий демо.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2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" name="Google Shape;2213;p34"/>
          <p:cNvSpPr txBox="1"/>
          <p:nvPr>
            <p:ph type="title"/>
          </p:nvPr>
        </p:nvSpPr>
        <p:spPr>
          <a:xfrm>
            <a:off x="840450" y="1959450"/>
            <a:ext cx="7463100" cy="1224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"/>
              <a:t>СПАСИБО ЗА ВНИМАНИЕ!</a:t>
            </a:r>
            <a:endParaRPr/>
          </a:p>
        </p:txBody>
      </p:sp>
      <p:sp>
        <p:nvSpPr>
          <p:cNvPr id="2214" name="Google Shape;2214;p34"/>
          <p:cNvSpPr/>
          <p:nvPr/>
        </p:nvSpPr>
        <p:spPr>
          <a:xfrm>
            <a:off x="623925" y="539125"/>
            <a:ext cx="1631700" cy="1450800"/>
          </a:xfrm>
          <a:prstGeom prst="rect">
            <a:avLst/>
          </a:prstGeom>
          <a:solidFill>
            <a:srgbClr val="F0EB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legant Workplan by Slidesgo">
  <a:themeElements>
    <a:clrScheme name="Simple Light">
      <a:dk1>
        <a:srgbClr val="1C343C"/>
      </a:dk1>
      <a:lt1>
        <a:srgbClr val="F0EBE4"/>
      </a:lt1>
      <a:dk2>
        <a:srgbClr val="4C6A78"/>
      </a:dk2>
      <a:lt2>
        <a:srgbClr val="A7B3B2"/>
      </a:lt2>
      <a:accent1>
        <a:srgbClr val="E0B4A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